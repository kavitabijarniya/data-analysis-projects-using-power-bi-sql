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78" r:id="rId1"/>
  </p:sldMasterIdLst>
  <p:sldIdLst>
    <p:sldId id="256" r:id="rId2"/>
    <p:sldId id="257" r:id="rId3"/>
    <p:sldId id="258" r:id="rId4"/>
    <p:sldId id="274" r:id="rId5"/>
    <p:sldId id="268" r:id="rId6"/>
    <p:sldId id="269" r:id="rId7"/>
    <p:sldId id="270" r:id="rId8"/>
    <p:sldId id="271" r:id="rId9"/>
    <p:sldId id="272" r:id="rId10"/>
    <p:sldId id="273" r:id="rId11"/>
    <p:sldId id="264" r:id="rId12"/>
    <p:sldId id="265" r:id="rId13"/>
    <p:sldId id="266" r:id="rId14"/>
    <p:sldId id="267" r:id="rId1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vita Bijarniya" initials="KB" lastIdx="1" clrIdx="0">
    <p:extLst>
      <p:ext uri="{19B8F6BF-5375-455C-9EA6-DF929625EA0E}">
        <p15:presenceInfo xmlns:p15="http://schemas.microsoft.com/office/powerpoint/2012/main" userId="8f9a9bd7166acfe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94660"/>
  </p:normalViewPr>
  <p:slideViewPr>
    <p:cSldViewPr snapToGrid="0">
      <p:cViewPr varScale="1">
        <p:scale>
          <a:sx n="107" d="100"/>
          <a:sy n="107" d="100"/>
        </p:scale>
        <p:origin x="76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135B7-B0D5-E18B-27C3-F71D85973827}"/>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CB508BB0-B51E-8DC5-DB19-96DD05371D01}"/>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87B35BC-B286-A395-08FC-3BF47CCBE2E1}"/>
              </a:ext>
            </a:extLst>
          </p:cNvPr>
          <p:cNvSpPr>
            <a:spLocks noGrp="1"/>
          </p:cNvSpPr>
          <p:nvPr>
            <p:ph type="dt" sz="half" idx="10"/>
          </p:nvPr>
        </p:nvSpPr>
        <p:spPr/>
        <p:txBody>
          <a:bodyPr/>
          <a:lstStyle/>
          <a:p>
            <a:fld id="{9E016143-E03C-4CFD-AFDC-14E5BDEA754C}" type="datetimeFigureOut">
              <a:rPr lang="en-US" smtClean="0"/>
              <a:t>2/18/2026</a:t>
            </a:fld>
            <a:endParaRPr lang="en-US" dirty="0"/>
          </a:p>
        </p:txBody>
      </p:sp>
      <p:sp>
        <p:nvSpPr>
          <p:cNvPr id="5" name="Footer Placeholder 4">
            <a:extLst>
              <a:ext uri="{FF2B5EF4-FFF2-40B4-BE49-F238E27FC236}">
                <a16:creationId xmlns:a16="http://schemas.microsoft.com/office/drawing/2014/main" id="{9C55D2C3-1417-4D6C-59B6-38E731D7837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7600EE4-DD87-6823-33DD-63D9BBE55CEC}"/>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2243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793FF-950E-A53F-1860-16DEC67A2B1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3A9454-F1CD-13BC-A75A-AC41B61734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8B1F5C-C0A0-1B9A-6292-813355DD3DCB}"/>
              </a:ext>
            </a:extLst>
          </p:cNvPr>
          <p:cNvSpPr>
            <a:spLocks noGrp="1"/>
          </p:cNvSpPr>
          <p:nvPr>
            <p:ph type="dt" sz="half" idx="10"/>
          </p:nvPr>
        </p:nvSpPr>
        <p:spPr/>
        <p:txBody>
          <a:bodyPr/>
          <a:lstStyle/>
          <a:p>
            <a:fld id="{78C94063-DF36-4330-A365-08DA1FA5B7D6}" type="datetimeFigureOut">
              <a:rPr lang="en-US" smtClean="0"/>
              <a:t>2/18/2026</a:t>
            </a:fld>
            <a:endParaRPr lang="en-US" dirty="0"/>
          </a:p>
        </p:txBody>
      </p:sp>
      <p:sp>
        <p:nvSpPr>
          <p:cNvPr id="5" name="Footer Placeholder 4">
            <a:extLst>
              <a:ext uri="{FF2B5EF4-FFF2-40B4-BE49-F238E27FC236}">
                <a16:creationId xmlns:a16="http://schemas.microsoft.com/office/drawing/2014/main" id="{752E0662-56D3-CB48-CFA0-C50E47D4FA8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A5E59D4-FC55-9914-2E5D-40A8E6276E4B}"/>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464323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EC47-E652-450C-238A-C2950A80FC6C}"/>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44F521D-F939-F271-0774-1FE97072F936}"/>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8B0A30-F259-5456-8C96-594BF5CF47DB}"/>
              </a:ext>
            </a:extLst>
          </p:cNvPr>
          <p:cNvSpPr>
            <a:spLocks noGrp="1"/>
          </p:cNvSpPr>
          <p:nvPr>
            <p:ph type="dt" sz="half" idx="10"/>
          </p:nvPr>
        </p:nvSpPr>
        <p:spPr/>
        <p:txBody>
          <a:bodyPr/>
          <a:lstStyle/>
          <a:p>
            <a:fld id="{908A7C6C-0F39-4D70-8E8D-FE5B9C95FA73}" type="datetimeFigureOut">
              <a:rPr lang="en-US" smtClean="0"/>
              <a:t>2/18/2026</a:t>
            </a:fld>
            <a:endParaRPr lang="en-US" dirty="0"/>
          </a:p>
        </p:txBody>
      </p:sp>
      <p:sp>
        <p:nvSpPr>
          <p:cNvPr id="5" name="Footer Placeholder 4">
            <a:extLst>
              <a:ext uri="{FF2B5EF4-FFF2-40B4-BE49-F238E27FC236}">
                <a16:creationId xmlns:a16="http://schemas.microsoft.com/office/drawing/2014/main" id="{A07B623B-25DF-39E9-8AA0-0196CB17BD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5F07704-1EC2-C9DB-6DE5-ADE71E6F66FE}"/>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242052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38D64-D545-89E1-E98B-884B1B8D80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21FD5D6-69A0-2986-4462-712A0EB967FF}"/>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441920A-E73F-9E59-D99B-E64B90162364}"/>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2665C99-08DB-55FB-A001-7B00F7A57CC4}"/>
              </a:ext>
            </a:extLst>
          </p:cNvPr>
          <p:cNvSpPr>
            <a:spLocks noGrp="1"/>
          </p:cNvSpPr>
          <p:nvPr>
            <p:ph type="dt" sz="half" idx="10"/>
          </p:nvPr>
        </p:nvSpPr>
        <p:spPr/>
        <p:txBody>
          <a:bodyPr/>
          <a:lstStyle/>
          <a:p>
            <a:fld id="{DFCFA4AC-08CC-42CE-BD01-C191750A04EC}" type="datetimeFigureOut">
              <a:rPr lang="en-US" smtClean="0"/>
              <a:t>2/18/2026</a:t>
            </a:fld>
            <a:endParaRPr lang="en-US" dirty="0"/>
          </a:p>
        </p:txBody>
      </p:sp>
      <p:sp>
        <p:nvSpPr>
          <p:cNvPr id="6" name="Footer Placeholder 5">
            <a:extLst>
              <a:ext uri="{FF2B5EF4-FFF2-40B4-BE49-F238E27FC236}">
                <a16:creationId xmlns:a16="http://schemas.microsoft.com/office/drawing/2014/main" id="{30B8B731-B8E6-FDB5-8B3A-EC0B5ACDDCE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5AD54A7-6022-42C6-F567-501E37249FD1}"/>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935064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DB860-B4D3-DF4C-75BE-479A65F9737A}"/>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80CA9B1-E782-8E4D-4052-1F8F711E6A3B}"/>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D900ED7-ADE9-B56D-6542-398AD1ABEA56}"/>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AC22A3C-A114-D356-29BA-47BACF35D1F6}"/>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6F1346BC-F9BD-716F-25C9-64B2F666DEBA}"/>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ABFDD71-2439-E2B3-DE43-0785FB95FAB7}"/>
              </a:ext>
            </a:extLst>
          </p:cNvPr>
          <p:cNvSpPr>
            <a:spLocks noGrp="1"/>
          </p:cNvSpPr>
          <p:nvPr>
            <p:ph type="dt" sz="half" idx="10"/>
          </p:nvPr>
        </p:nvSpPr>
        <p:spPr/>
        <p:txBody>
          <a:bodyPr/>
          <a:lstStyle/>
          <a:p>
            <a:fld id="{0E59FD0C-5451-4CA0-86AF-E70AE3279989}" type="datetimeFigureOut">
              <a:rPr lang="en-US" smtClean="0"/>
              <a:t>2/18/2026</a:t>
            </a:fld>
            <a:endParaRPr lang="en-US" dirty="0"/>
          </a:p>
        </p:txBody>
      </p:sp>
      <p:sp>
        <p:nvSpPr>
          <p:cNvPr id="8" name="Footer Placeholder 7">
            <a:extLst>
              <a:ext uri="{FF2B5EF4-FFF2-40B4-BE49-F238E27FC236}">
                <a16:creationId xmlns:a16="http://schemas.microsoft.com/office/drawing/2014/main" id="{35DA11D0-FBA8-8E3D-59BC-B0D42ADC15CD}"/>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7EC429F7-4419-1446-213B-49B242E695C6}"/>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318211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BB239-DF12-BB86-B2F1-B0003340CF7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2A11406-43BE-38EF-9506-DAA4B82BEFC5}"/>
              </a:ext>
            </a:extLst>
          </p:cNvPr>
          <p:cNvSpPr>
            <a:spLocks noGrp="1"/>
          </p:cNvSpPr>
          <p:nvPr>
            <p:ph type="dt" sz="half" idx="10"/>
          </p:nvPr>
        </p:nvSpPr>
        <p:spPr/>
        <p:txBody>
          <a:bodyPr/>
          <a:lstStyle/>
          <a:p>
            <a:fld id="{4F170639-886C-4FCF-9EAB-ABB5DA3F3F4A}" type="datetimeFigureOut">
              <a:rPr lang="en-US" smtClean="0"/>
              <a:t>2/18/2026</a:t>
            </a:fld>
            <a:endParaRPr lang="en-US" dirty="0"/>
          </a:p>
        </p:txBody>
      </p:sp>
      <p:sp>
        <p:nvSpPr>
          <p:cNvPr id="4" name="Footer Placeholder 3">
            <a:extLst>
              <a:ext uri="{FF2B5EF4-FFF2-40B4-BE49-F238E27FC236}">
                <a16:creationId xmlns:a16="http://schemas.microsoft.com/office/drawing/2014/main" id="{407C9F4A-98EA-EB4F-E14F-B1FCEDEB9DD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DB0BA20-CA0A-1E2A-406B-0228736519CF}"/>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994574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8C0914-DAF7-6078-8462-62BD353F64E4}"/>
              </a:ext>
            </a:extLst>
          </p:cNvPr>
          <p:cNvSpPr>
            <a:spLocks noGrp="1"/>
          </p:cNvSpPr>
          <p:nvPr>
            <p:ph type="dt" sz="half" idx="10"/>
          </p:nvPr>
        </p:nvSpPr>
        <p:spPr/>
        <p:txBody>
          <a:bodyPr/>
          <a:lstStyle/>
          <a:p>
            <a:fld id="{22230651-31F4-45D2-98AE-A2108F41BC07}" type="datetimeFigureOut">
              <a:rPr lang="en-US" smtClean="0"/>
              <a:t>2/18/2026</a:t>
            </a:fld>
            <a:endParaRPr lang="en-US" dirty="0"/>
          </a:p>
        </p:txBody>
      </p:sp>
      <p:sp>
        <p:nvSpPr>
          <p:cNvPr id="3" name="Footer Placeholder 2">
            <a:extLst>
              <a:ext uri="{FF2B5EF4-FFF2-40B4-BE49-F238E27FC236}">
                <a16:creationId xmlns:a16="http://schemas.microsoft.com/office/drawing/2014/main" id="{132ADB21-4784-1770-5ECE-4957103CB17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FC33BDD-A81D-B5FF-3231-B2676DAA4DA7}"/>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465073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F0063-7583-982D-7071-44D6BDE2ECD8}"/>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80B150F-5581-432F-D8C0-4ACB6BEF2428}"/>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6F88C45-B98B-EEFE-74B6-5FF96298AE88}"/>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8475D0A-5FDC-B399-BA71-C0D1E0A928A1}"/>
              </a:ext>
            </a:extLst>
          </p:cNvPr>
          <p:cNvSpPr>
            <a:spLocks noGrp="1"/>
          </p:cNvSpPr>
          <p:nvPr>
            <p:ph type="dt" sz="half" idx="10"/>
          </p:nvPr>
        </p:nvSpPr>
        <p:spPr/>
        <p:txBody>
          <a:bodyPr/>
          <a:lstStyle/>
          <a:p>
            <a:fld id="{6F53789A-C914-4DB1-8815-80B5EC7335C5}" type="datetimeFigureOut">
              <a:rPr lang="en-US" smtClean="0"/>
              <a:t>2/18/2026</a:t>
            </a:fld>
            <a:endParaRPr lang="en-US" dirty="0"/>
          </a:p>
        </p:txBody>
      </p:sp>
      <p:sp>
        <p:nvSpPr>
          <p:cNvPr id="6" name="Footer Placeholder 5">
            <a:extLst>
              <a:ext uri="{FF2B5EF4-FFF2-40B4-BE49-F238E27FC236}">
                <a16:creationId xmlns:a16="http://schemas.microsoft.com/office/drawing/2014/main" id="{0F19E40C-4BF9-6EA6-A1F4-3CADE7912F2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4A54213-B3A7-96D5-E863-4B18BBAF570B}"/>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62356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80603-6B8A-8313-A8A8-E74B45C64051}"/>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F58AA98-9858-19BA-BC47-6A2DE39505BA}"/>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C0EB56D7-B453-3DA3-7F88-9B4F19D7CD01}"/>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AB7C922-09FB-5A5C-5B26-A90916E52B10}"/>
              </a:ext>
            </a:extLst>
          </p:cNvPr>
          <p:cNvSpPr>
            <a:spLocks noGrp="1"/>
          </p:cNvSpPr>
          <p:nvPr>
            <p:ph type="dt" sz="half" idx="10"/>
          </p:nvPr>
        </p:nvSpPr>
        <p:spPr/>
        <p:txBody>
          <a:bodyPr/>
          <a:lstStyle/>
          <a:p>
            <a:fld id="{5E6440AA-91A0-436F-8FDB-C0F939DCAE21}" type="datetimeFigureOut">
              <a:rPr lang="en-US" smtClean="0"/>
              <a:t>2/18/2026</a:t>
            </a:fld>
            <a:endParaRPr lang="en-US" dirty="0"/>
          </a:p>
        </p:txBody>
      </p:sp>
      <p:sp>
        <p:nvSpPr>
          <p:cNvPr id="6" name="Footer Placeholder 5">
            <a:extLst>
              <a:ext uri="{FF2B5EF4-FFF2-40B4-BE49-F238E27FC236}">
                <a16:creationId xmlns:a16="http://schemas.microsoft.com/office/drawing/2014/main" id="{0BAA9992-C0E6-BBDC-FD62-06071F4DDD0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A9306DD-E2F5-6550-742D-1E12F77D0D98}"/>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78991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CE464-72C8-49BA-C334-8C5A4D7C982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7997B75-1033-5981-8F73-EF2283138E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E82985-05EB-80E5-9310-26E6143D1C91}"/>
              </a:ext>
            </a:extLst>
          </p:cNvPr>
          <p:cNvSpPr>
            <a:spLocks noGrp="1"/>
          </p:cNvSpPr>
          <p:nvPr>
            <p:ph type="dt" sz="half" idx="10"/>
          </p:nvPr>
        </p:nvSpPr>
        <p:spPr/>
        <p:txBody>
          <a:bodyPr/>
          <a:lstStyle/>
          <a:p>
            <a:fld id="{C033E54A-A8CA-48C1-9504-691B58049D29}" type="datetimeFigureOut">
              <a:rPr lang="en-US" smtClean="0"/>
              <a:t>2/18/2026</a:t>
            </a:fld>
            <a:endParaRPr lang="en-US" dirty="0"/>
          </a:p>
        </p:txBody>
      </p:sp>
      <p:sp>
        <p:nvSpPr>
          <p:cNvPr id="5" name="Footer Placeholder 4">
            <a:extLst>
              <a:ext uri="{FF2B5EF4-FFF2-40B4-BE49-F238E27FC236}">
                <a16:creationId xmlns:a16="http://schemas.microsoft.com/office/drawing/2014/main" id="{6FA4FB9F-04A7-BA47-4BDD-07435776FD3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F9F4226-89B4-7863-B40D-BDD1F86617B9}"/>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2832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6E5E8-88EB-B774-3ED7-AD4666567456}"/>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B070EBD-2CE1-66C6-A9A6-296468321A1E}"/>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3244AB-404E-DA45-E38B-6FB15FF1609D}"/>
              </a:ext>
            </a:extLst>
          </p:cNvPr>
          <p:cNvSpPr>
            <a:spLocks noGrp="1"/>
          </p:cNvSpPr>
          <p:nvPr>
            <p:ph type="dt" sz="half" idx="10"/>
          </p:nvPr>
        </p:nvSpPr>
        <p:spPr/>
        <p:txBody>
          <a:bodyPr/>
          <a:lstStyle/>
          <a:p>
            <a:fld id="{B5F6C806-BBF7-471C-9527-881CE2266695}" type="datetimeFigureOut">
              <a:rPr lang="en-US" smtClean="0"/>
              <a:t>2/18/2026</a:t>
            </a:fld>
            <a:endParaRPr lang="en-US" dirty="0"/>
          </a:p>
        </p:txBody>
      </p:sp>
      <p:sp>
        <p:nvSpPr>
          <p:cNvPr id="5" name="Footer Placeholder 4">
            <a:extLst>
              <a:ext uri="{FF2B5EF4-FFF2-40B4-BE49-F238E27FC236}">
                <a16:creationId xmlns:a16="http://schemas.microsoft.com/office/drawing/2014/main" id="{6C8CE9F8-8E45-43BB-00A4-CA73E8D6782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A80BE29-A6A4-7137-03DA-67502327F405}"/>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340202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7" name="PlaceHolder 1"/>
          <p:cNvSpPr>
            <a:spLocks noGrp="1"/>
          </p:cNvSpPr>
          <p:nvPr>
            <p:ph type="title"/>
          </p:nvPr>
        </p:nvSpPr>
        <p:spPr>
          <a:xfrm>
            <a:off x="4632840" y="724680"/>
            <a:ext cx="3376080" cy="3078720"/>
          </a:xfrm>
          <a:prstGeom prst="rect">
            <a:avLst/>
          </a:prstGeom>
          <a:noFill/>
          <a:ln w="0">
            <a:noFill/>
          </a:ln>
        </p:spPr>
        <p:txBody>
          <a:bodyPr lIns="91440" tIns="91440" rIns="91440" bIns="91440" anchor="b">
            <a:noAutofit/>
          </a:bodyPr>
          <a:lstStyle/>
          <a:p>
            <a:pPr indent="0">
              <a:buNone/>
            </a:pPr>
            <a:r>
              <a:rPr lang="fr-FR" sz="4500" b="0" u="none" strike="noStrike">
                <a:solidFill>
                  <a:schemeClr val="dk1"/>
                </a:solidFill>
                <a:effectLst/>
                <a:uFillTx/>
                <a:latin typeface="Arial"/>
              </a:rPr>
              <a:t>Click to edit the title text format</a:t>
            </a:r>
          </a:p>
        </p:txBody>
      </p:sp>
      <p:sp>
        <p:nvSpPr>
          <p:cNvPr id="8"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extLst>
      <p:ext uri="{BB962C8B-B14F-4D97-AF65-F5344CB8AC3E}">
        <p14:creationId xmlns:p14="http://schemas.microsoft.com/office/powerpoint/2010/main" val="28703801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ONE_COLUMN_TEXT_1">
    <p:spTree>
      <p:nvGrpSpPr>
        <p:cNvPr id="1" name=""/>
        <p:cNvGrpSpPr/>
        <p:nvPr/>
      </p:nvGrpSpPr>
      <p:grpSpPr>
        <a:xfrm>
          <a:off x="0" y="0"/>
          <a:ext cx="0" cy="0"/>
          <a:chOff x="0" y="0"/>
          <a:chExt cx="0" cy="0"/>
        </a:xfrm>
      </p:grpSpPr>
      <p:sp>
        <p:nvSpPr>
          <p:cNvPr id="38" name="PlaceHolder 1"/>
          <p:cNvSpPr>
            <a:spLocks noGrp="1"/>
          </p:cNvSpPr>
          <p:nvPr>
            <p:ph type="body"/>
          </p:nvPr>
        </p:nvSpPr>
        <p:spPr>
          <a:xfrm>
            <a:off x="734040" y="1310760"/>
            <a:ext cx="4051440" cy="29538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Seventh Outline Level</a:t>
            </a:r>
          </a:p>
        </p:txBody>
      </p:sp>
      <p:sp>
        <p:nvSpPr>
          <p:cNvPr id="39" name="PlaceHolder 2"/>
          <p:cNvSpPr>
            <a:spLocks noGrp="1"/>
          </p:cNvSpPr>
          <p:nvPr>
            <p:ph type="title"/>
          </p:nvPr>
        </p:nvSpPr>
        <p:spPr>
          <a:xfrm>
            <a:off x="720000" y="444960"/>
            <a:ext cx="446616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extLst>
      <p:ext uri="{BB962C8B-B14F-4D97-AF65-F5344CB8AC3E}">
        <p14:creationId xmlns:p14="http://schemas.microsoft.com/office/powerpoint/2010/main" val="15713074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_AND_BODY">
    <p:spTree>
      <p:nvGrpSpPr>
        <p:cNvPr id="1" name=""/>
        <p:cNvGrpSpPr/>
        <p:nvPr/>
      </p:nvGrpSpPr>
      <p:grpSpPr>
        <a:xfrm>
          <a:off x="0" y="0"/>
          <a:ext cx="0" cy="0"/>
          <a:chOff x="0" y="0"/>
          <a:chExt cx="0" cy="0"/>
        </a:xfrm>
      </p:grpSpPr>
      <p:sp>
        <p:nvSpPr>
          <p:cNvPr id="257" name="PlaceHolder 1"/>
          <p:cNvSpPr>
            <a:spLocks noGrp="1"/>
          </p:cNvSpPr>
          <p:nvPr>
            <p:ph type="title"/>
          </p:nvPr>
        </p:nvSpPr>
        <p:spPr>
          <a:xfrm>
            <a:off x="720000" y="444960"/>
            <a:ext cx="775188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258" name="PlaceHolder 2"/>
          <p:cNvSpPr>
            <a:spLocks noGrp="1"/>
          </p:cNvSpPr>
          <p:nvPr>
            <p:ph type="body"/>
          </p:nvPr>
        </p:nvSpPr>
        <p:spPr>
          <a:xfrm>
            <a:off x="754200" y="1093320"/>
            <a:ext cx="7276320" cy="35683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Tree>
    <p:extLst>
      <p:ext uri="{BB962C8B-B14F-4D97-AF65-F5344CB8AC3E}">
        <p14:creationId xmlns:p14="http://schemas.microsoft.com/office/powerpoint/2010/main" val="30591586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Default">
    <p:spTree>
      <p:nvGrpSpPr>
        <p:cNvPr id="1" name=""/>
        <p:cNvGrpSpPr/>
        <p:nvPr/>
      </p:nvGrpSpPr>
      <p:grpSpPr>
        <a:xfrm>
          <a:off x="0" y="0"/>
          <a:ext cx="0" cy="0"/>
          <a:chOff x="0" y="0"/>
          <a:chExt cx="0" cy="0"/>
        </a:xfrm>
      </p:grpSpPr>
      <p:sp>
        <p:nvSpPr>
          <p:cNvPr id="329" name="PlaceHolder 1"/>
          <p:cNvSpPr>
            <a:spLocks noGrp="1"/>
          </p:cNvSpPr>
          <p:nvPr>
            <p:ph type="title"/>
          </p:nvPr>
        </p:nvSpPr>
        <p:spPr>
          <a:xfrm>
            <a:off x="1048320" y="324000"/>
            <a:ext cx="7047000" cy="4820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Tree>
    <p:extLst>
      <p:ext uri="{BB962C8B-B14F-4D97-AF65-F5344CB8AC3E}">
        <p14:creationId xmlns:p14="http://schemas.microsoft.com/office/powerpoint/2010/main" val="2491451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E6BBE9-441C-03B7-4B24-4C7ED08BB47C}"/>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05A815-8E7D-1C1C-0B97-B73FE604812A}"/>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FD5559-1A7C-6005-B17F-3D0960483D77}"/>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0E59FD0C-5451-4CA0-86AF-E70AE3279989}" type="datetimeFigureOut">
              <a:rPr lang="en-US" smtClean="0"/>
              <a:t>2/18/2026</a:t>
            </a:fld>
            <a:endParaRPr lang="en-US" dirty="0"/>
          </a:p>
        </p:txBody>
      </p:sp>
      <p:sp>
        <p:nvSpPr>
          <p:cNvPr id="5" name="Footer Placeholder 4">
            <a:extLst>
              <a:ext uri="{FF2B5EF4-FFF2-40B4-BE49-F238E27FC236}">
                <a16:creationId xmlns:a16="http://schemas.microsoft.com/office/drawing/2014/main" id="{24809C43-A7F2-28C6-9269-F355EE3451D8}"/>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067FB685-F37C-29C0-D8CF-BEC0805A0063}"/>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497013086"/>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 name="PlaceHolder 1"/>
          <p:cNvSpPr>
            <a:spLocks noGrp="1"/>
          </p:cNvSpPr>
          <p:nvPr>
            <p:ph type="body"/>
          </p:nvPr>
        </p:nvSpPr>
        <p:spPr>
          <a:xfrm>
            <a:off x="5700028" y="4034687"/>
            <a:ext cx="3371400" cy="437760"/>
          </a:xfrm>
          <a:prstGeom prst="rect">
            <a:avLst/>
          </a:prstGeom>
          <a:noFill/>
          <a:ln w="0">
            <a:noFill/>
          </a:ln>
        </p:spPr>
        <p:txBody>
          <a:bodyPr lIns="91440" tIns="91440" rIns="91440" bIns="91440" anchor="t">
            <a:normAutofit/>
          </a:bodyPr>
          <a:lstStyle/>
          <a:p>
            <a:pPr>
              <a:lnSpc>
                <a:spcPct val="100000"/>
              </a:lnSpc>
              <a:tabLst>
                <a:tab pos="0" algn="l"/>
              </a:tabLst>
            </a:pPr>
            <a:r>
              <a:rPr lang="en-US" sz="1400" dirty="0">
                <a:solidFill>
                  <a:schemeClr val="dk1"/>
                </a:solidFill>
                <a:latin typeface="Karla"/>
              </a:rPr>
              <a:t>Prepared By: Kavita Bijarniya</a:t>
            </a:r>
            <a:endParaRPr lang="en-US" sz="1400" b="0" u="none" strike="noStrike" dirty="0">
              <a:solidFill>
                <a:srgbClr val="000000"/>
              </a:solidFill>
              <a:effectLst/>
              <a:uFillTx/>
              <a:latin typeface="OpenSymbol"/>
            </a:endParaRPr>
          </a:p>
        </p:txBody>
      </p:sp>
      <p:sp>
        <p:nvSpPr>
          <p:cNvPr id="492" name="PlaceHolder 2"/>
          <p:cNvSpPr>
            <a:spLocks noGrp="1"/>
          </p:cNvSpPr>
          <p:nvPr>
            <p:ph type="title"/>
          </p:nvPr>
        </p:nvSpPr>
        <p:spPr>
          <a:xfrm>
            <a:off x="4651920" y="1326303"/>
            <a:ext cx="4175843" cy="1960898"/>
          </a:xfrm>
          <a:prstGeom prst="rect">
            <a:avLst/>
          </a:prstGeom>
          <a:noFill/>
          <a:ln w="0">
            <a:noFill/>
          </a:ln>
        </p:spPr>
        <p:txBody>
          <a:bodyPr lIns="91440" tIns="91440" rIns="91440" bIns="91440" anchor="b">
            <a:normAutofit/>
          </a:bodyPr>
          <a:lstStyle/>
          <a:p>
            <a:pPr>
              <a:lnSpc>
                <a:spcPct val="100000"/>
              </a:lnSpc>
              <a:tabLst>
                <a:tab pos="0" algn="l"/>
              </a:tabLst>
            </a:pPr>
            <a:r>
              <a:rPr lang="en-IN" sz="2800" b="1" i="0" dirty="0">
                <a:solidFill>
                  <a:srgbClr val="111827"/>
                </a:solidFill>
                <a:effectLst/>
                <a:latin typeface="Poppins" panose="00000500000000000000" pitchFamily="2" charset="0"/>
              </a:rPr>
              <a:t>Sales &amp; Customer</a:t>
            </a:r>
            <a:br>
              <a:rPr lang="en-IN" sz="2800" b="1" i="0" dirty="0">
                <a:solidFill>
                  <a:srgbClr val="111827"/>
                </a:solidFill>
                <a:effectLst/>
                <a:latin typeface="Poppins" panose="00000500000000000000" pitchFamily="2" charset="0"/>
              </a:rPr>
            </a:br>
            <a:r>
              <a:rPr lang="en-IN" sz="2800" b="1" i="0" dirty="0">
                <a:solidFill>
                  <a:srgbClr val="FC8019"/>
                </a:solidFill>
                <a:effectLst/>
                <a:latin typeface="Poppins" panose="00000500000000000000" pitchFamily="2" charset="0"/>
              </a:rPr>
              <a:t>Performance Analysis</a:t>
            </a:r>
            <a:br>
              <a:rPr lang="en-IN" sz="2800" b="1" i="0" dirty="0">
                <a:solidFill>
                  <a:srgbClr val="111827"/>
                </a:solidFill>
                <a:effectLst/>
                <a:latin typeface="Poppins" panose="00000500000000000000" pitchFamily="2" charset="0"/>
              </a:rPr>
            </a:br>
            <a:endParaRPr lang="fr-FR" sz="2800" b="0" u="none" strike="noStrike" dirty="0">
              <a:solidFill>
                <a:schemeClr val="dk1"/>
              </a:solidFill>
              <a:effectLst/>
              <a:uFillTx/>
              <a:latin typeface="Arial"/>
            </a:endParaRPr>
          </a:p>
        </p:txBody>
      </p:sp>
      <p:sp>
        <p:nvSpPr>
          <p:cNvPr id="390" name="Google Shape;461;p32"/>
          <p:cNvSpPr/>
          <p:nvPr/>
        </p:nvSpPr>
        <p:spPr>
          <a:xfrm>
            <a:off x="4590720" y="2361240"/>
            <a:ext cx="30600" cy="15480"/>
          </a:xfrm>
          <a:custGeom>
            <a:avLst/>
            <a:gdLst>
              <a:gd name="textAreaLeft" fmla="*/ 0 w 30600"/>
              <a:gd name="textAreaRight" fmla="*/ 30960 w 30600"/>
              <a:gd name="textAreaTop" fmla="*/ 0 h 15480"/>
              <a:gd name="textAreaBottom" fmla="*/ 15840 h 15480"/>
            </a:gdLst>
            <a:ahLst/>
            <a:cxnLst/>
            <a:rect l="textAreaLeft" t="textAreaTop" r="textAreaRight" b="textAreaBottom"/>
            <a:pathLst>
              <a:path w="499" h="257">
                <a:moveTo>
                  <a:pt x="458" y="1"/>
                </a:moveTo>
                <a:cubicBezTo>
                  <a:pt x="426" y="1"/>
                  <a:pt x="334" y="39"/>
                  <a:pt x="220" y="77"/>
                </a:cubicBezTo>
                <a:cubicBezTo>
                  <a:pt x="88" y="165"/>
                  <a:pt x="0" y="238"/>
                  <a:pt x="0" y="252"/>
                </a:cubicBezTo>
                <a:cubicBezTo>
                  <a:pt x="3" y="255"/>
                  <a:pt x="8" y="256"/>
                  <a:pt x="16" y="256"/>
                </a:cubicBezTo>
                <a:cubicBezTo>
                  <a:pt x="55" y="256"/>
                  <a:pt x="152" y="228"/>
                  <a:pt x="249" y="179"/>
                </a:cubicBezTo>
                <a:cubicBezTo>
                  <a:pt x="381" y="106"/>
                  <a:pt x="498" y="33"/>
                  <a:pt x="469" y="4"/>
                </a:cubicBezTo>
                <a:cubicBezTo>
                  <a:pt x="467" y="2"/>
                  <a:pt x="463" y="1"/>
                  <a:pt x="45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 name="TextBox 2">
            <a:extLst>
              <a:ext uri="{FF2B5EF4-FFF2-40B4-BE49-F238E27FC236}">
                <a16:creationId xmlns:a16="http://schemas.microsoft.com/office/drawing/2014/main" id="{415A3695-3D61-8AA6-4B14-1889A909135D}"/>
              </a:ext>
            </a:extLst>
          </p:cNvPr>
          <p:cNvSpPr txBox="1"/>
          <p:nvPr/>
        </p:nvSpPr>
        <p:spPr>
          <a:xfrm>
            <a:off x="4737435" y="3449619"/>
            <a:ext cx="4206443" cy="369332"/>
          </a:xfrm>
          <a:prstGeom prst="rect">
            <a:avLst/>
          </a:prstGeom>
          <a:noFill/>
        </p:spPr>
        <p:txBody>
          <a:bodyPr wrap="square">
            <a:spAutoFit/>
          </a:bodyPr>
          <a:lstStyle/>
          <a:p>
            <a:r>
              <a:rPr lang="en-US" b="1" dirty="0"/>
              <a:t>Tools Used:</a:t>
            </a:r>
            <a:r>
              <a:rPr lang="en-US" dirty="0"/>
              <a:t> SQL Server | Power BI</a:t>
            </a:r>
            <a:endParaRPr lang="en-IN" dirty="0"/>
          </a:p>
        </p:txBody>
      </p:sp>
      <p:pic>
        <p:nvPicPr>
          <p:cNvPr id="5" name="Picture 4">
            <a:extLst>
              <a:ext uri="{FF2B5EF4-FFF2-40B4-BE49-F238E27FC236}">
                <a16:creationId xmlns:a16="http://schemas.microsoft.com/office/drawing/2014/main" id="{291131DE-1068-BF53-7438-2E65DC1080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804" y="720970"/>
            <a:ext cx="3821964" cy="3896904"/>
          </a:xfrm>
          <a:prstGeom prst="rect">
            <a:avLst/>
          </a:prstGeom>
        </p:spPr>
      </p:pic>
      <p:pic>
        <p:nvPicPr>
          <p:cNvPr id="7" name="Picture 6">
            <a:extLst>
              <a:ext uri="{FF2B5EF4-FFF2-40B4-BE49-F238E27FC236}">
                <a16:creationId xmlns:a16="http://schemas.microsoft.com/office/drawing/2014/main" id="{2D98275B-C9ED-A4A4-57A3-CBCD4622EC0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3200" y="15009"/>
            <a:ext cx="1380800" cy="82005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PlaceHolder 2"/>
          <p:cNvSpPr>
            <a:spLocks noGrp="1"/>
          </p:cNvSpPr>
          <p:nvPr>
            <p:ph type="body"/>
          </p:nvPr>
        </p:nvSpPr>
        <p:spPr>
          <a:xfrm>
            <a:off x="522514" y="1066800"/>
            <a:ext cx="4258646" cy="3199920"/>
          </a:xfrm>
          <a:prstGeom prst="rect">
            <a:avLst/>
          </a:prstGeom>
          <a:noFill/>
          <a:ln w="0">
            <a:noFill/>
          </a:ln>
        </p:spPr>
        <p:txBody>
          <a:bodyPr lIns="91440" tIns="91440" rIns="91440" bIns="91440" anchor="t">
            <a:normAutofit lnSpcReduction="9999"/>
          </a:bodyPr>
          <a:lstStyle/>
          <a:p>
            <a:pPr indent="0">
              <a:lnSpc>
                <a:spcPct val="150000"/>
              </a:lnSpc>
              <a:buNone/>
              <a:tabLst>
                <a:tab pos="0" algn="l"/>
              </a:tabLst>
            </a:pPr>
            <a:r>
              <a:rPr lang="en-US" sz="1600" b="0" u="none" strike="noStrike" dirty="0">
                <a:solidFill>
                  <a:schemeClr val="dk1"/>
                </a:solidFill>
                <a:effectLst/>
                <a:uFillTx/>
                <a:latin typeface="Karla"/>
                <a:ea typeface="Karla"/>
              </a:rPr>
              <a:t>This presentation evaluates Swiggy’s sales and customer performance using data analysis tools. The goal is to provide insights on revenue trends, city and restaurant rankings, customer behaviors, and satisfaction levels across the analysis period. Key findings will support data-driven recommendations for business growth and improved customer engagement.</a:t>
            </a:r>
            <a:endParaRPr lang="fr-FR" sz="1600" b="0" u="none" strike="noStrike" dirty="0">
              <a:solidFill>
                <a:srgbClr val="000000"/>
              </a:solidFill>
              <a:effectLst/>
              <a:uFillTx/>
              <a:latin typeface="Arial"/>
            </a:endParaRPr>
          </a:p>
        </p:txBody>
      </p:sp>
      <p:sp>
        <p:nvSpPr>
          <p:cNvPr id="531" name="PlaceHolder 1"/>
          <p:cNvSpPr>
            <a:spLocks noGrp="1"/>
          </p:cNvSpPr>
          <p:nvPr>
            <p:ph type="title"/>
          </p:nvPr>
        </p:nvSpPr>
        <p:spPr>
          <a:xfrm>
            <a:off x="263245" y="325237"/>
            <a:ext cx="4777183" cy="551543"/>
          </a:xfrm>
          <a:prstGeom prst="rect">
            <a:avLst/>
          </a:prstGeom>
          <a:noFill/>
          <a:ln w="0">
            <a:noFill/>
          </a:ln>
        </p:spPr>
        <p:txBody>
          <a:bodyPr lIns="91440" tIns="91440" rIns="91440" bIns="91440" anchor="t">
            <a:noAutofit/>
          </a:bodyPr>
          <a:lstStyle/>
          <a:p>
            <a:pPr marL="0" indent="0">
              <a:buNone/>
            </a:pPr>
            <a:r>
              <a:rPr lang="en-US" sz="2400" b="1" i="0" dirty="0">
                <a:solidFill>
                  <a:schemeClr val="accent1"/>
                </a:solidFill>
                <a:effectLst/>
                <a:latin typeface="Poppins" panose="00000500000000000000" pitchFamily="2" charset="0"/>
              </a:rPr>
              <a:t>Objective of This Analysis</a:t>
            </a:r>
            <a:br>
              <a:rPr lang="en-US" sz="2400" b="1" i="0" dirty="0">
                <a:solidFill>
                  <a:schemeClr val="accent1"/>
                </a:solidFill>
                <a:effectLst/>
                <a:latin typeface="Poppins" panose="00000500000000000000" pitchFamily="2" charset="0"/>
              </a:rPr>
            </a:br>
            <a:br>
              <a:rPr lang="en-US" sz="2400" b="0" i="0" dirty="0">
                <a:solidFill>
                  <a:schemeClr val="accent1"/>
                </a:solidFill>
                <a:effectLst/>
                <a:latin typeface="Inter"/>
              </a:rPr>
            </a:br>
            <a:endParaRPr lang="fr-FR" sz="2400" b="0" u="none" strike="noStrike" dirty="0">
              <a:solidFill>
                <a:schemeClr val="accent1"/>
              </a:solidFill>
              <a:effectLst/>
              <a:uFillTx/>
              <a:latin typeface="Arial"/>
            </a:endParaRPr>
          </a:p>
        </p:txBody>
      </p:sp>
      <p:pic>
        <p:nvPicPr>
          <p:cNvPr id="2" name="Picture 1">
            <a:extLst>
              <a:ext uri="{FF2B5EF4-FFF2-40B4-BE49-F238E27FC236}">
                <a16:creationId xmlns:a16="http://schemas.microsoft.com/office/drawing/2014/main" id="{C8EDE6C6-BBC0-B4A6-DBE8-041119E24BBC}"/>
              </a:ext>
            </a:extLst>
          </p:cNvPr>
          <p:cNvPicPr>
            <a:picLocks noChangeAspect="1"/>
          </p:cNvPicPr>
          <p:nvPr/>
        </p:nvPicPr>
        <p:blipFill>
          <a:blip r:embed="rId2"/>
          <a:stretch>
            <a:fillRect/>
          </a:stretch>
        </p:blipFill>
        <p:spPr>
          <a:xfrm>
            <a:off x="4911166" y="736695"/>
            <a:ext cx="4096867" cy="367011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 name="Rectangle 576"/>
          <p:cNvSpPr/>
          <p:nvPr/>
        </p:nvSpPr>
        <p:spPr>
          <a:xfrm>
            <a:off x="240537" y="240537"/>
            <a:ext cx="2945576" cy="461665"/>
          </a:xfrm>
          <a:prstGeom prst="rect">
            <a:avLst/>
          </a:prstGeom>
          <a:noFill/>
          <a:ln w="0">
            <a:noFill/>
          </a:ln>
        </p:spPr>
        <p:style>
          <a:lnRef idx="0">
            <a:scrgbClr r="0" g="0" b="0"/>
          </a:lnRef>
          <a:fillRef idx="0">
            <a:scrgbClr r="0" g="0" b="0"/>
          </a:fillRef>
          <a:effectRef idx="0">
            <a:scrgbClr r="0" g="0" b="0"/>
          </a:effectRef>
          <a:fontRef idx="minor"/>
        </p:style>
        <p:txBody>
          <a:bodyPr wrap="square" anchor="t">
            <a:spAutoFit/>
          </a:bodyPr>
          <a:lstStyle/>
          <a:p>
            <a:pPr defTabSz="914400">
              <a:lnSpc>
                <a:spcPct val="100000"/>
              </a:lnSpc>
              <a:tabLst>
                <a:tab pos="0" algn="l"/>
              </a:tabLst>
            </a:pPr>
            <a:r>
              <a:rPr lang="en-US" sz="2400" b="1" dirty="0">
                <a:solidFill>
                  <a:schemeClr val="accent1"/>
                </a:solidFill>
                <a:latin typeface="Calibri"/>
              </a:rPr>
              <a:t>Executive Overview</a:t>
            </a:r>
            <a:endParaRPr lang="en-US" sz="2400" b="0" u="none" strike="noStrike" dirty="0">
              <a:solidFill>
                <a:schemeClr val="accent1"/>
              </a:solidFill>
              <a:effectLst/>
              <a:uFillTx/>
              <a:latin typeface="OpenSymbol"/>
            </a:endParaRPr>
          </a:p>
        </p:txBody>
      </p:sp>
      <p:pic>
        <p:nvPicPr>
          <p:cNvPr id="3" name="Picture 2">
            <a:extLst>
              <a:ext uri="{FF2B5EF4-FFF2-40B4-BE49-F238E27FC236}">
                <a16:creationId xmlns:a16="http://schemas.microsoft.com/office/drawing/2014/main" id="{B3D14264-D611-3CF1-9F50-A1F3DA1AF1B3}"/>
              </a:ext>
            </a:extLst>
          </p:cNvPr>
          <p:cNvPicPr>
            <a:picLocks noChangeAspect="1"/>
          </p:cNvPicPr>
          <p:nvPr/>
        </p:nvPicPr>
        <p:blipFill>
          <a:blip r:embed="rId2"/>
          <a:stretch>
            <a:fillRect/>
          </a:stretch>
        </p:blipFill>
        <p:spPr>
          <a:xfrm>
            <a:off x="78581" y="999560"/>
            <a:ext cx="8986838" cy="406771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 name="Rectangle 577"/>
          <p:cNvSpPr/>
          <p:nvPr/>
        </p:nvSpPr>
        <p:spPr>
          <a:xfrm>
            <a:off x="307181" y="350045"/>
            <a:ext cx="3788179" cy="521493"/>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1" dirty="0">
                <a:solidFill>
                  <a:schemeClr val="accent1"/>
                </a:solidFill>
                <a:latin typeface="Archivo Black"/>
              </a:rPr>
              <a:t>Key Business Insight</a:t>
            </a:r>
            <a:endParaRPr lang="en-US" sz="2400" b="0" u="none" strike="noStrike" dirty="0">
              <a:solidFill>
                <a:schemeClr val="accent1"/>
              </a:solidFill>
              <a:effectLst/>
              <a:uFillTx/>
              <a:latin typeface="OpenSymbol"/>
            </a:endParaRPr>
          </a:p>
        </p:txBody>
      </p:sp>
      <p:sp>
        <p:nvSpPr>
          <p:cNvPr id="2" name="Rectangle 1">
            <a:extLst>
              <a:ext uri="{FF2B5EF4-FFF2-40B4-BE49-F238E27FC236}">
                <a16:creationId xmlns:a16="http://schemas.microsoft.com/office/drawing/2014/main" id="{2CA72EC0-3428-CF1E-5C1F-13C9297BFBC9}"/>
              </a:ext>
            </a:extLst>
          </p:cNvPr>
          <p:cNvSpPr>
            <a:spLocks noChangeArrowheads="1"/>
          </p:cNvSpPr>
          <p:nvPr/>
        </p:nvSpPr>
        <p:spPr bwMode="auto">
          <a:xfrm rot="10800000" flipV="1">
            <a:off x="240537" y="965186"/>
            <a:ext cx="6688131" cy="4115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Karla" pitchFamily="2" charset="0"/>
              </a:rPr>
              <a:t>Total Revenue reached </a:t>
            </a:r>
            <a:r>
              <a:rPr kumimoji="0" lang="en-US" altLang="en-US" sz="1600" b="1" i="0" u="none" strike="noStrike" cap="none" normalizeH="0" baseline="0" dirty="0">
                <a:ln>
                  <a:noFill/>
                </a:ln>
                <a:solidFill>
                  <a:schemeClr val="tx1"/>
                </a:solidFill>
                <a:effectLst/>
                <a:latin typeface="Karla" pitchFamily="2" charset="0"/>
              </a:rPr>
              <a:t>₹52.99M</a:t>
            </a:r>
            <a:r>
              <a:rPr kumimoji="0" lang="en-US" altLang="en-US" sz="1600" b="0" i="0" u="none" strike="noStrike" cap="none" normalizeH="0" baseline="0" dirty="0">
                <a:ln>
                  <a:noFill/>
                </a:ln>
                <a:solidFill>
                  <a:schemeClr val="tx1"/>
                </a:solidFill>
                <a:effectLst/>
                <a:latin typeface="Karla" pitchFamily="2" charset="0"/>
              </a:rPr>
              <a:t> across </a:t>
            </a:r>
            <a:r>
              <a:rPr kumimoji="0" lang="en-US" altLang="en-US" sz="1600" b="1" i="0" u="none" strike="noStrike" cap="none" normalizeH="0" baseline="0" dirty="0">
                <a:ln>
                  <a:noFill/>
                </a:ln>
                <a:solidFill>
                  <a:schemeClr val="tx1"/>
                </a:solidFill>
                <a:effectLst/>
                <a:latin typeface="Karla" pitchFamily="2" charset="0"/>
              </a:rPr>
              <a:t>198K orders</a:t>
            </a:r>
            <a:endParaRPr kumimoji="0" lang="en-US" altLang="en-US" sz="1600" b="0" i="0" u="none" strike="noStrike" cap="none" normalizeH="0" baseline="0" dirty="0">
              <a:ln>
                <a:noFill/>
              </a:ln>
              <a:solidFill>
                <a:schemeClr val="tx1"/>
              </a:solidFill>
              <a:effectLst/>
              <a:latin typeface="Karla" pitchFamily="2"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Karla" pitchFamily="2" charset="0"/>
              </a:rPr>
              <a:t>Average Order Value stands at </a:t>
            </a:r>
            <a:r>
              <a:rPr kumimoji="0" lang="en-US" altLang="en-US" sz="1600" b="1" i="0" u="none" strike="noStrike" cap="none" normalizeH="0" baseline="0" dirty="0">
                <a:ln>
                  <a:noFill/>
                </a:ln>
                <a:solidFill>
                  <a:schemeClr val="tx1"/>
                </a:solidFill>
                <a:effectLst/>
                <a:latin typeface="Karla" pitchFamily="2" charset="0"/>
              </a:rPr>
              <a:t>₹268</a:t>
            </a:r>
            <a:endParaRPr kumimoji="0" lang="en-US" altLang="en-US" sz="1600" b="0" i="0" u="none" strike="noStrike" cap="none" normalizeH="0" baseline="0" dirty="0">
              <a:ln>
                <a:noFill/>
              </a:ln>
              <a:solidFill>
                <a:schemeClr val="tx1"/>
              </a:solidFill>
              <a:effectLst/>
              <a:latin typeface="Karla" pitchFamily="2"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Karla" pitchFamily="2" charset="0"/>
              </a:rPr>
              <a:t>Overall customer satisfaction is strong with </a:t>
            </a:r>
            <a:r>
              <a:rPr kumimoji="0" lang="en-US" altLang="en-US" sz="1600" b="1" i="0" u="none" strike="noStrike" cap="none" normalizeH="0" baseline="0" dirty="0">
                <a:ln>
                  <a:noFill/>
                </a:ln>
                <a:solidFill>
                  <a:schemeClr val="tx1"/>
                </a:solidFill>
                <a:effectLst/>
                <a:latin typeface="Karla" pitchFamily="2" charset="0"/>
              </a:rPr>
              <a:t>4.34 average rating</a:t>
            </a:r>
            <a:endParaRPr kumimoji="0" lang="en-US" altLang="en-US" sz="1600" b="0" i="0" u="none" strike="noStrike" cap="none" normalizeH="0" baseline="0" dirty="0">
              <a:ln>
                <a:noFill/>
              </a:ln>
              <a:solidFill>
                <a:schemeClr val="tx1"/>
              </a:solidFill>
              <a:effectLst/>
              <a:latin typeface="Karla" pitchFamily="2"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Karla" pitchFamily="2" charset="0"/>
              </a:rPr>
              <a:t>Weekend sales (especially Saturday) show peak performance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Karla" pitchFamily="2" charset="0"/>
              </a:rPr>
              <a:t>Bengaluru leads in revenue contribution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Karla" pitchFamily="2" charset="0"/>
              </a:rPr>
              <a:t>Consistent monthly revenue with minor fluctuations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Karla" pitchFamily="2" charset="0"/>
              </a:rPr>
              <a:t>Strong revenue momentum in peak months (May &amp; August)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Karla" pitchFamily="2" charset="0"/>
              </a:rPr>
              <a:t>Stable average order value across the period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Karla" pitchFamily="2" charset="0"/>
              </a:rPr>
              <a:t>Total rating count of </a:t>
            </a:r>
            <a:r>
              <a:rPr kumimoji="0" lang="en-US" altLang="en-US" sz="1600" b="1" i="0" u="none" strike="noStrike" cap="none" normalizeH="0" baseline="0" dirty="0">
                <a:ln>
                  <a:noFill/>
                </a:ln>
                <a:solidFill>
                  <a:schemeClr val="tx1"/>
                </a:solidFill>
                <a:effectLst/>
                <a:latin typeface="Karla" pitchFamily="2" charset="0"/>
              </a:rPr>
              <a:t>6M</a:t>
            </a:r>
            <a:r>
              <a:rPr kumimoji="0" lang="en-US" altLang="en-US" sz="1600" b="0" i="0" u="none" strike="noStrike" cap="none" normalizeH="0" baseline="0" dirty="0">
                <a:ln>
                  <a:noFill/>
                </a:ln>
                <a:solidFill>
                  <a:schemeClr val="tx1"/>
                </a:solidFill>
                <a:effectLst/>
                <a:latin typeface="Karla" pitchFamily="2" charset="0"/>
              </a:rPr>
              <a:t>, indicating strong platform engagement</a:t>
            </a:r>
          </a:p>
          <a:p>
            <a:pPr marL="0" marR="0" lvl="0" indent="0" algn="l" defTabSz="914400" rtl="0" eaLnBrk="0" fontAlgn="base" latinLnBrk="0" hangingPunct="0">
              <a:lnSpc>
                <a:spcPct val="150000"/>
              </a:lnSpc>
              <a:spcBef>
                <a:spcPct val="0"/>
              </a:spcBef>
              <a:spcAft>
                <a:spcPct val="0"/>
              </a:spcAft>
              <a:buClrTx/>
              <a:buSzTx/>
              <a:tabLst/>
            </a:pPr>
            <a:r>
              <a:rPr lang="en-US" sz="1600" b="1" dirty="0">
                <a:latin typeface="Karla" pitchFamily="2" charset="0"/>
              </a:rPr>
              <a:t>Insight:</a:t>
            </a:r>
            <a:r>
              <a:rPr lang="en-US" sz="1600" dirty="0">
                <a:latin typeface="Karla" pitchFamily="2" charset="0"/>
              </a:rPr>
              <a:t> Business performance is stable with clear seasonal peaks.</a:t>
            </a:r>
            <a:endParaRPr kumimoji="0" lang="en-US" altLang="en-US" sz="1600" b="0" i="0" u="none" strike="noStrike" cap="none" normalizeH="0" baseline="0" dirty="0">
              <a:ln>
                <a:noFill/>
              </a:ln>
              <a:solidFill>
                <a:schemeClr val="tx1"/>
              </a:solidFill>
              <a:effectLst/>
              <a:latin typeface="Karla" pitchFamily="2"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Karla" pitchFamily="2" charset="0"/>
            </a:endParaRPr>
          </a:p>
        </p:txBody>
      </p:sp>
    </p:spTree>
    <p:extLst>
      <p:ext uri="{BB962C8B-B14F-4D97-AF65-F5344CB8AC3E}">
        <p14:creationId xmlns:p14="http://schemas.microsoft.com/office/powerpoint/2010/main" val="808612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 name="Rectangle 576"/>
          <p:cNvSpPr/>
          <p:nvPr/>
        </p:nvSpPr>
        <p:spPr>
          <a:xfrm>
            <a:off x="261968" y="204817"/>
            <a:ext cx="3409920" cy="461665"/>
          </a:xfrm>
          <a:prstGeom prst="rect">
            <a:avLst/>
          </a:prstGeom>
          <a:noFill/>
          <a:ln w="0">
            <a:noFill/>
          </a:ln>
        </p:spPr>
        <p:style>
          <a:lnRef idx="0">
            <a:scrgbClr r="0" g="0" b="0"/>
          </a:lnRef>
          <a:fillRef idx="0">
            <a:scrgbClr r="0" g="0" b="0"/>
          </a:fillRef>
          <a:effectRef idx="0">
            <a:scrgbClr r="0" g="0" b="0"/>
          </a:effectRef>
          <a:fontRef idx="minor"/>
        </p:style>
        <p:txBody>
          <a:bodyPr wrap="square" anchor="t">
            <a:spAutoFit/>
          </a:bodyPr>
          <a:lstStyle/>
          <a:p>
            <a:pPr defTabSz="914400">
              <a:lnSpc>
                <a:spcPct val="100000"/>
              </a:lnSpc>
              <a:tabLst>
                <a:tab pos="0" algn="l"/>
              </a:tabLst>
            </a:pPr>
            <a:r>
              <a:rPr lang="en-US" sz="2400" b="1" dirty="0">
                <a:solidFill>
                  <a:schemeClr val="accent1"/>
                </a:solidFill>
                <a:latin typeface="Calibri"/>
              </a:rPr>
              <a:t>Market &amp; Food Analysis</a:t>
            </a:r>
            <a:endParaRPr lang="en-US" sz="2400" b="0" u="none" strike="noStrike" dirty="0">
              <a:solidFill>
                <a:schemeClr val="accent1"/>
              </a:solidFill>
              <a:effectLst/>
              <a:uFillTx/>
              <a:latin typeface="OpenSymbol"/>
            </a:endParaRPr>
          </a:p>
        </p:txBody>
      </p:sp>
      <p:pic>
        <p:nvPicPr>
          <p:cNvPr id="4" name="Picture 3">
            <a:extLst>
              <a:ext uri="{FF2B5EF4-FFF2-40B4-BE49-F238E27FC236}">
                <a16:creationId xmlns:a16="http://schemas.microsoft.com/office/drawing/2014/main" id="{1FECFA0B-0D48-C1A7-F244-BAA0DD43CA4E}"/>
              </a:ext>
            </a:extLst>
          </p:cNvPr>
          <p:cNvPicPr>
            <a:picLocks noChangeAspect="1"/>
          </p:cNvPicPr>
          <p:nvPr/>
        </p:nvPicPr>
        <p:blipFill>
          <a:blip r:embed="rId2"/>
          <a:stretch>
            <a:fillRect/>
          </a:stretch>
        </p:blipFill>
        <p:spPr>
          <a:xfrm>
            <a:off x="41398" y="871538"/>
            <a:ext cx="9061203" cy="4138582"/>
          </a:xfrm>
          <a:prstGeom prst="rect">
            <a:avLst/>
          </a:prstGeom>
        </p:spPr>
      </p:pic>
    </p:spTree>
    <p:extLst>
      <p:ext uri="{BB962C8B-B14F-4D97-AF65-F5344CB8AC3E}">
        <p14:creationId xmlns:p14="http://schemas.microsoft.com/office/powerpoint/2010/main" val="2691123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 name="Rectangle 577"/>
          <p:cNvSpPr/>
          <p:nvPr/>
        </p:nvSpPr>
        <p:spPr>
          <a:xfrm>
            <a:off x="307181" y="171451"/>
            <a:ext cx="3788179" cy="480757"/>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l"/>
            <a:r>
              <a:rPr lang="en-IN" sz="2400" b="1" dirty="0">
                <a:solidFill>
                  <a:schemeClr val="accent1"/>
                </a:solidFill>
                <a:latin typeface="Calibri" panose="020F0502020204030204" pitchFamily="34" charset="0"/>
                <a:ea typeface="Calibri" panose="020F0502020204030204" pitchFamily="34" charset="0"/>
                <a:cs typeface="Calibri" panose="020F0502020204030204" pitchFamily="34" charset="0"/>
              </a:rPr>
              <a:t>Sales Trend Analysis</a:t>
            </a:r>
            <a:endParaRPr lang="en-US" sz="2400" b="1" i="0" dirty="0">
              <a:solidFill>
                <a:schemeClr val="accent1"/>
              </a:solidFill>
              <a:effectLst/>
              <a:latin typeface="Calibri" panose="020F0502020204030204" pitchFamily="34" charset="0"/>
              <a:ea typeface="Calibri" panose="020F0502020204030204" pitchFamily="34" charset="0"/>
              <a:cs typeface="Calibri" panose="020F0502020204030204" pitchFamily="34" charset="0"/>
            </a:endParaRPr>
          </a:p>
          <a:p>
            <a:pPr defTabSz="914400">
              <a:lnSpc>
                <a:spcPct val="100000"/>
              </a:lnSpc>
              <a:tabLst>
                <a:tab pos="0" algn="l"/>
              </a:tabLst>
            </a:pPr>
            <a:endParaRPr lang="en-US" sz="2400" b="1" u="none" strike="noStrike" dirty="0">
              <a:solidFill>
                <a:schemeClr val="accent1"/>
              </a:solidFill>
              <a:effectLst/>
              <a:uFillTx/>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A646B52C-B963-D1D4-9BD4-6D1804C7E632}"/>
              </a:ext>
            </a:extLst>
          </p:cNvPr>
          <p:cNvPicPr>
            <a:picLocks noChangeAspect="1"/>
          </p:cNvPicPr>
          <p:nvPr/>
        </p:nvPicPr>
        <p:blipFill>
          <a:blip r:embed="rId2"/>
          <a:stretch>
            <a:fillRect/>
          </a:stretch>
        </p:blipFill>
        <p:spPr>
          <a:xfrm>
            <a:off x="357187" y="792957"/>
            <a:ext cx="3543300" cy="1950243"/>
          </a:xfrm>
          <a:prstGeom prst="rect">
            <a:avLst/>
          </a:prstGeom>
        </p:spPr>
      </p:pic>
      <p:pic>
        <p:nvPicPr>
          <p:cNvPr id="6" name="Picture 5">
            <a:extLst>
              <a:ext uri="{FF2B5EF4-FFF2-40B4-BE49-F238E27FC236}">
                <a16:creationId xmlns:a16="http://schemas.microsoft.com/office/drawing/2014/main" id="{8F323FB1-5E79-9A06-2B02-8266A6363EE3}"/>
              </a:ext>
            </a:extLst>
          </p:cNvPr>
          <p:cNvPicPr>
            <a:picLocks noChangeAspect="1"/>
          </p:cNvPicPr>
          <p:nvPr/>
        </p:nvPicPr>
        <p:blipFill>
          <a:blip r:embed="rId3"/>
          <a:stretch>
            <a:fillRect/>
          </a:stretch>
        </p:blipFill>
        <p:spPr>
          <a:xfrm>
            <a:off x="3971924" y="732013"/>
            <a:ext cx="2695433" cy="2011188"/>
          </a:xfrm>
          <a:prstGeom prst="rect">
            <a:avLst/>
          </a:prstGeom>
        </p:spPr>
      </p:pic>
      <p:pic>
        <p:nvPicPr>
          <p:cNvPr id="8" name="Picture 7">
            <a:extLst>
              <a:ext uri="{FF2B5EF4-FFF2-40B4-BE49-F238E27FC236}">
                <a16:creationId xmlns:a16="http://schemas.microsoft.com/office/drawing/2014/main" id="{94995E2F-907A-09CE-B2AA-F6EFDF09ED96}"/>
              </a:ext>
            </a:extLst>
          </p:cNvPr>
          <p:cNvPicPr>
            <a:picLocks noChangeAspect="1"/>
          </p:cNvPicPr>
          <p:nvPr/>
        </p:nvPicPr>
        <p:blipFill>
          <a:blip r:embed="rId4"/>
          <a:stretch>
            <a:fillRect/>
          </a:stretch>
        </p:blipFill>
        <p:spPr>
          <a:xfrm>
            <a:off x="6738794" y="714375"/>
            <a:ext cx="2257426" cy="1764506"/>
          </a:xfrm>
          <a:prstGeom prst="rect">
            <a:avLst/>
          </a:prstGeom>
        </p:spPr>
      </p:pic>
      <p:sp>
        <p:nvSpPr>
          <p:cNvPr id="2" name="Rectangle 1">
            <a:extLst>
              <a:ext uri="{FF2B5EF4-FFF2-40B4-BE49-F238E27FC236}">
                <a16:creationId xmlns:a16="http://schemas.microsoft.com/office/drawing/2014/main" id="{9E563942-2791-10C6-8D77-2207FD99B273}"/>
              </a:ext>
            </a:extLst>
          </p:cNvPr>
          <p:cNvSpPr>
            <a:spLocks noChangeArrowheads="1"/>
          </p:cNvSpPr>
          <p:nvPr/>
        </p:nvSpPr>
        <p:spPr bwMode="auto">
          <a:xfrm rot="10800000" flipV="1">
            <a:off x="307181" y="2883949"/>
            <a:ext cx="8165309"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Arial" panose="020B0604020202020204" pitchFamily="34" charset="0"/>
              <a:buChar char="•"/>
            </a:pPr>
            <a:r>
              <a:rPr lang="en-US" sz="1600" dirty="0">
                <a:latin typeface="Karla" pitchFamily="2" charset="0"/>
              </a:rPr>
              <a:t>Saturday records the highest daily sales</a:t>
            </a:r>
          </a:p>
          <a:p>
            <a:pPr>
              <a:buFont typeface="Arial" panose="020B0604020202020204" pitchFamily="34" charset="0"/>
              <a:buChar char="•"/>
            </a:pPr>
            <a:r>
              <a:rPr lang="en-US" sz="1600" dirty="0">
                <a:latin typeface="Karla" pitchFamily="2" charset="0"/>
              </a:rPr>
              <a:t>February shows a temporary dip in revenue</a:t>
            </a:r>
          </a:p>
          <a:p>
            <a:pPr>
              <a:buFont typeface="Arial" panose="020B0604020202020204" pitchFamily="34" charset="0"/>
              <a:buChar char="•"/>
            </a:pPr>
            <a:r>
              <a:rPr lang="en-US" sz="1600" dirty="0">
                <a:latin typeface="Karla" pitchFamily="2" charset="0"/>
              </a:rPr>
              <a:t>Quarterly performance:</a:t>
            </a:r>
          </a:p>
          <a:p>
            <a:pPr marL="742950" lvl="1" indent="-285750">
              <a:buFont typeface="Arial" panose="020B0604020202020204" pitchFamily="34" charset="0"/>
              <a:buChar char="•"/>
            </a:pPr>
            <a:r>
              <a:rPr lang="en-US" sz="1600" dirty="0">
                <a:latin typeface="Karla" pitchFamily="2" charset="0"/>
              </a:rPr>
              <a:t>Q2 performed strongest in revenue &amp; orders</a:t>
            </a:r>
          </a:p>
          <a:p>
            <a:pPr marL="742950" lvl="1" indent="-285750">
              <a:buFont typeface="Arial" panose="020B0604020202020204" pitchFamily="34" charset="0"/>
              <a:buChar char="•"/>
            </a:pPr>
            <a:r>
              <a:rPr lang="en-US" sz="1600" dirty="0">
                <a:latin typeface="Karla" pitchFamily="2" charset="0"/>
              </a:rPr>
              <a:t>Q3 showed slight slowdown</a:t>
            </a:r>
          </a:p>
          <a:p>
            <a:r>
              <a:rPr lang="en-US" sz="1600" b="1" dirty="0">
                <a:latin typeface="Karla" pitchFamily="2" charset="0"/>
              </a:rPr>
              <a:t>Insight:</a:t>
            </a:r>
            <a:r>
              <a:rPr lang="en-US" sz="1600" dirty="0">
                <a:latin typeface="Karla" pitchFamily="2" charset="0"/>
              </a:rPr>
              <a:t> Sales are weekend-driven, suggesting opportunity for targeted weekday promotions.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Karla" pitchFamily="2" charset="0"/>
            </a:endParaRPr>
          </a:p>
        </p:txBody>
      </p:sp>
    </p:spTree>
    <p:extLst>
      <p:ext uri="{BB962C8B-B14F-4D97-AF65-F5344CB8AC3E}">
        <p14:creationId xmlns:p14="http://schemas.microsoft.com/office/powerpoint/2010/main" val="4123159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 name="Rectangle 577"/>
          <p:cNvSpPr/>
          <p:nvPr/>
        </p:nvSpPr>
        <p:spPr>
          <a:xfrm>
            <a:off x="307181" y="171451"/>
            <a:ext cx="3788179" cy="542924"/>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l"/>
            <a:r>
              <a:rPr lang="en-IN" sz="2400" b="1" i="0" dirty="0">
                <a:solidFill>
                  <a:schemeClr val="accent1"/>
                </a:solidFill>
                <a:effectLst/>
                <a:latin typeface="Calibri" panose="020F0502020204030204" pitchFamily="34" charset="0"/>
                <a:ea typeface="Calibri" panose="020F0502020204030204" pitchFamily="34" charset="0"/>
                <a:cs typeface="Calibri" panose="020F0502020204030204" pitchFamily="34" charset="0"/>
              </a:rPr>
              <a:t>Geographic Performance</a:t>
            </a:r>
            <a:endParaRPr lang="en-IN" sz="2400" b="0" i="0" dirty="0">
              <a:solidFill>
                <a:schemeClr val="accent1"/>
              </a:solidFill>
              <a:effectLst/>
              <a:latin typeface="Calibri" panose="020F0502020204030204" pitchFamily="34" charset="0"/>
              <a:ea typeface="Calibri" panose="020F0502020204030204" pitchFamily="34" charset="0"/>
              <a:cs typeface="Calibri" panose="020F0502020204030204" pitchFamily="34" charset="0"/>
            </a:endParaRPr>
          </a:p>
          <a:p>
            <a:pPr defTabSz="914400">
              <a:lnSpc>
                <a:spcPct val="100000"/>
              </a:lnSpc>
              <a:tabLst>
                <a:tab pos="0" algn="l"/>
              </a:tabLst>
            </a:pPr>
            <a:endParaRPr lang="en-US" sz="2400" b="0" u="none" strike="noStrike" dirty="0">
              <a:solidFill>
                <a:schemeClr val="accent1"/>
              </a:solidFill>
              <a:effectLst/>
              <a:uFillTx/>
              <a:latin typeface="OpenSymbol"/>
            </a:endParaRPr>
          </a:p>
        </p:txBody>
      </p:sp>
      <p:pic>
        <p:nvPicPr>
          <p:cNvPr id="4" name="Picture 3">
            <a:extLst>
              <a:ext uri="{FF2B5EF4-FFF2-40B4-BE49-F238E27FC236}">
                <a16:creationId xmlns:a16="http://schemas.microsoft.com/office/drawing/2014/main" id="{1957F080-01EB-BC48-C267-8D2B8FB90195}"/>
              </a:ext>
            </a:extLst>
          </p:cNvPr>
          <p:cNvPicPr>
            <a:picLocks noChangeAspect="1"/>
          </p:cNvPicPr>
          <p:nvPr/>
        </p:nvPicPr>
        <p:blipFill>
          <a:blip r:embed="rId2"/>
          <a:stretch>
            <a:fillRect/>
          </a:stretch>
        </p:blipFill>
        <p:spPr>
          <a:xfrm>
            <a:off x="211223" y="714375"/>
            <a:ext cx="4589377" cy="2491956"/>
          </a:xfrm>
          <a:prstGeom prst="rect">
            <a:avLst/>
          </a:prstGeom>
        </p:spPr>
      </p:pic>
      <p:pic>
        <p:nvPicPr>
          <p:cNvPr id="7" name="Picture 6">
            <a:extLst>
              <a:ext uri="{FF2B5EF4-FFF2-40B4-BE49-F238E27FC236}">
                <a16:creationId xmlns:a16="http://schemas.microsoft.com/office/drawing/2014/main" id="{C0CF0CC5-1010-C003-BC4D-F5EA67829D16}"/>
              </a:ext>
            </a:extLst>
          </p:cNvPr>
          <p:cNvPicPr>
            <a:picLocks noChangeAspect="1"/>
          </p:cNvPicPr>
          <p:nvPr/>
        </p:nvPicPr>
        <p:blipFill>
          <a:blip r:embed="rId3"/>
          <a:stretch>
            <a:fillRect/>
          </a:stretch>
        </p:blipFill>
        <p:spPr>
          <a:xfrm>
            <a:off x="4986120" y="600065"/>
            <a:ext cx="3946657" cy="2606266"/>
          </a:xfrm>
          <a:prstGeom prst="rect">
            <a:avLst/>
          </a:prstGeom>
        </p:spPr>
      </p:pic>
      <p:sp>
        <p:nvSpPr>
          <p:cNvPr id="3" name="TextBox 2">
            <a:extLst>
              <a:ext uri="{FF2B5EF4-FFF2-40B4-BE49-F238E27FC236}">
                <a16:creationId xmlns:a16="http://schemas.microsoft.com/office/drawing/2014/main" id="{3219FEE2-C142-750D-F745-732FABDB88D1}"/>
              </a:ext>
            </a:extLst>
          </p:cNvPr>
          <p:cNvSpPr txBox="1"/>
          <p:nvPr/>
        </p:nvSpPr>
        <p:spPr>
          <a:xfrm>
            <a:off x="211223" y="3399176"/>
            <a:ext cx="8175540" cy="1077218"/>
          </a:xfrm>
          <a:prstGeom prst="rect">
            <a:avLst/>
          </a:prstGeom>
          <a:noFill/>
        </p:spPr>
        <p:txBody>
          <a:bodyPr wrap="square">
            <a:spAutoFit/>
          </a:bodyPr>
          <a:lstStyle/>
          <a:p>
            <a:pPr>
              <a:buFont typeface="Arial" panose="020B0604020202020204" pitchFamily="34" charset="0"/>
              <a:buChar char="•"/>
            </a:pPr>
            <a:r>
              <a:rPr lang="en-US" sz="1600" dirty="0">
                <a:latin typeface="Karla" pitchFamily="2" charset="0"/>
              </a:rPr>
              <a:t>Bengaluru is the top-performing city</a:t>
            </a:r>
          </a:p>
          <a:p>
            <a:pPr>
              <a:buFont typeface="Arial" panose="020B0604020202020204" pitchFamily="34" charset="0"/>
              <a:buChar char="•"/>
            </a:pPr>
            <a:r>
              <a:rPr lang="en-US" sz="1600" dirty="0">
                <a:latin typeface="Karla" pitchFamily="2" charset="0"/>
              </a:rPr>
              <a:t>Revenue contribution is concentrated among top 10 cities</a:t>
            </a:r>
          </a:p>
          <a:p>
            <a:pPr>
              <a:buFont typeface="Arial" panose="020B0604020202020204" pitchFamily="34" charset="0"/>
              <a:buChar char="•"/>
            </a:pPr>
            <a:r>
              <a:rPr lang="en-US" sz="1600" dirty="0">
                <a:latin typeface="Karla" pitchFamily="2" charset="0"/>
              </a:rPr>
              <a:t>Karnataka contribute significantly higher share of revenue</a:t>
            </a:r>
          </a:p>
          <a:p>
            <a:r>
              <a:rPr lang="en-US" sz="1600" b="1" dirty="0">
                <a:latin typeface="Karla" pitchFamily="2" charset="0"/>
              </a:rPr>
              <a:t>Insight:</a:t>
            </a:r>
            <a:r>
              <a:rPr lang="en-US" sz="1600" dirty="0">
                <a:latin typeface="Karla" pitchFamily="2" charset="0"/>
              </a:rPr>
              <a:t> Revenue concentration suggests opportunity for expansion in mid-tier cities.</a:t>
            </a:r>
          </a:p>
        </p:txBody>
      </p:sp>
    </p:spTree>
    <p:extLst>
      <p:ext uri="{BB962C8B-B14F-4D97-AF65-F5344CB8AC3E}">
        <p14:creationId xmlns:p14="http://schemas.microsoft.com/office/powerpoint/2010/main" val="4152135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 name="Rectangle 577"/>
          <p:cNvSpPr/>
          <p:nvPr/>
        </p:nvSpPr>
        <p:spPr>
          <a:xfrm>
            <a:off x="307181" y="171451"/>
            <a:ext cx="3788179" cy="542924"/>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l"/>
            <a:r>
              <a:rPr lang="en-US" sz="2400" b="1" i="0" dirty="0">
                <a:solidFill>
                  <a:schemeClr val="accent1"/>
                </a:solidFill>
                <a:effectLst/>
                <a:latin typeface="Calibri" panose="020F0502020204030204" pitchFamily="34" charset="0"/>
                <a:ea typeface="Calibri" panose="020F0502020204030204" pitchFamily="34" charset="0"/>
                <a:cs typeface="Calibri" panose="020F0502020204030204" pitchFamily="34" charset="0"/>
              </a:rPr>
              <a:t>Cuisine &amp; Dish Performance</a:t>
            </a:r>
          </a:p>
          <a:p>
            <a:pPr defTabSz="914400">
              <a:lnSpc>
                <a:spcPct val="100000"/>
              </a:lnSpc>
              <a:tabLst>
                <a:tab pos="0" algn="l"/>
              </a:tabLst>
            </a:pPr>
            <a:endParaRPr lang="en-US" sz="2400" b="0" u="none" strike="noStrike" dirty="0">
              <a:solidFill>
                <a:schemeClr val="accent1"/>
              </a:solidFill>
              <a:effectLst/>
              <a:uFillTx/>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AA2298E0-FD7F-3EF0-ADE2-4ADD0EF12531}"/>
              </a:ext>
            </a:extLst>
          </p:cNvPr>
          <p:cNvPicPr>
            <a:picLocks noChangeAspect="1"/>
          </p:cNvPicPr>
          <p:nvPr/>
        </p:nvPicPr>
        <p:blipFill>
          <a:blip r:embed="rId2"/>
          <a:stretch>
            <a:fillRect/>
          </a:stretch>
        </p:blipFill>
        <p:spPr>
          <a:xfrm>
            <a:off x="1001943" y="859068"/>
            <a:ext cx="1996613" cy="1996613"/>
          </a:xfrm>
          <a:prstGeom prst="rect">
            <a:avLst/>
          </a:prstGeom>
        </p:spPr>
      </p:pic>
      <p:pic>
        <p:nvPicPr>
          <p:cNvPr id="6" name="Picture 5">
            <a:extLst>
              <a:ext uri="{FF2B5EF4-FFF2-40B4-BE49-F238E27FC236}">
                <a16:creationId xmlns:a16="http://schemas.microsoft.com/office/drawing/2014/main" id="{0997D09B-A1FA-447F-CC72-3881D2AB2812}"/>
              </a:ext>
            </a:extLst>
          </p:cNvPr>
          <p:cNvPicPr>
            <a:picLocks noChangeAspect="1"/>
          </p:cNvPicPr>
          <p:nvPr/>
        </p:nvPicPr>
        <p:blipFill>
          <a:blip r:embed="rId3"/>
          <a:stretch>
            <a:fillRect/>
          </a:stretch>
        </p:blipFill>
        <p:spPr>
          <a:xfrm>
            <a:off x="4038257" y="442913"/>
            <a:ext cx="4961050" cy="2720576"/>
          </a:xfrm>
          <a:prstGeom prst="rect">
            <a:avLst/>
          </a:prstGeom>
        </p:spPr>
      </p:pic>
      <p:sp>
        <p:nvSpPr>
          <p:cNvPr id="4" name="TextBox 3">
            <a:extLst>
              <a:ext uri="{FF2B5EF4-FFF2-40B4-BE49-F238E27FC236}">
                <a16:creationId xmlns:a16="http://schemas.microsoft.com/office/drawing/2014/main" id="{D4A73647-6616-965C-2392-5610C5FB223A}"/>
              </a:ext>
            </a:extLst>
          </p:cNvPr>
          <p:cNvSpPr txBox="1"/>
          <p:nvPr/>
        </p:nvSpPr>
        <p:spPr>
          <a:xfrm>
            <a:off x="535781" y="3163489"/>
            <a:ext cx="7486650" cy="1323439"/>
          </a:xfrm>
          <a:prstGeom prst="rect">
            <a:avLst/>
          </a:prstGeom>
          <a:noFill/>
        </p:spPr>
        <p:txBody>
          <a:bodyPr wrap="square">
            <a:spAutoFit/>
          </a:bodyPr>
          <a:lstStyle/>
          <a:p>
            <a:pPr>
              <a:buFont typeface="Arial" panose="020B0604020202020204" pitchFamily="34" charset="0"/>
              <a:buChar char="•"/>
            </a:pPr>
            <a:r>
              <a:rPr lang="en-US" sz="1600" dirty="0">
                <a:latin typeface="Karla" pitchFamily="2" charset="0"/>
              </a:rPr>
              <a:t>Veg category contributes higher revenue share</a:t>
            </a:r>
          </a:p>
          <a:p>
            <a:pPr>
              <a:buFont typeface="Arial" panose="020B0604020202020204" pitchFamily="34" charset="0"/>
              <a:buChar char="•"/>
            </a:pPr>
            <a:r>
              <a:rPr lang="en-US" sz="1600" dirty="0">
                <a:latin typeface="Karla" pitchFamily="2" charset="0"/>
              </a:rPr>
              <a:t>Top dishes drive a significant portion of total sales</a:t>
            </a:r>
          </a:p>
          <a:p>
            <a:pPr>
              <a:buFont typeface="Arial" panose="020B0604020202020204" pitchFamily="34" charset="0"/>
              <a:buChar char="•"/>
            </a:pPr>
            <a:r>
              <a:rPr lang="en-US" sz="1600" dirty="0">
                <a:latin typeface="Karla" pitchFamily="2" charset="0"/>
              </a:rPr>
              <a:t>Popular items maintain strong ratings</a:t>
            </a:r>
          </a:p>
          <a:p>
            <a:r>
              <a:rPr lang="en-US" sz="1600" b="1" dirty="0">
                <a:latin typeface="Karla" pitchFamily="2" charset="0"/>
              </a:rPr>
              <a:t>Insight:</a:t>
            </a:r>
            <a:r>
              <a:rPr lang="en-US" sz="1600" dirty="0">
                <a:latin typeface="Karla" pitchFamily="2" charset="0"/>
              </a:rPr>
              <a:t> Menu optimization and promotion of top dishes can further increase revenue.</a:t>
            </a:r>
          </a:p>
        </p:txBody>
      </p:sp>
    </p:spTree>
    <p:extLst>
      <p:ext uri="{BB962C8B-B14F-4D97-AF65-F5344CB8AC3E}">
        <p14:creationId xmlns:p14="http://schemas.microsoft.com/office/powerpoint/2010/main" val="1511981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 name="Rectangle 577"/>
          <p:cNvSpPr/>
          <p:nvPr/>
        </p:nvSpPr>
        <p:spPr>
          <a:xfrm>
            <a:off x="307181" y="171451"/>
            <a:ext cx="3788179" cy="542924"/>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l"/>
            <a:r>
              <a:rPr lang="en-US" sz="2400" b="1" i="0" dirty="0">
                <a:solidFill>
                  <a:schemeClr val="accent1"/>
                </a:solidFill>
                <a:effectLst/>
                <a:latin typeface="Calibri" panose="020F0502020204030204" pitchFamily="34" charset="0"/>
                <a:ea typeface="Calibri" panose="020F0502020204030204" pitchFamily="34" charset="0"/>
                <a:cs typeface="Calibri" panose="020F0502020204030204" pitchFamily="34" charset="0"/>
              </a:rPr>
              <a:t>Restaurant Performance</a:t>
            </a:r>
          </a:p>
          <a:p>
            <a:br>
              <a:rPr lang="en-US" sz="2400" b="0" i="0" dirty="0">
                <a:solidFill>
                  <a:schemeClr val="accent1"/>
                </a:solidFill>
                <a:effectLst/>
                <a:latin typeface="Calibri" panose="020F0502020204030204" pitchFamily="34" charset="0"/>
                <a:ea typeface="Calibri" panose="020F0502020204030204" pitchFamily="34" charset="0"/>
                <a:cs typeface="Calibri" panose="020F0502020204030204" pitchFamily="34" charset="0"/>
              </a:rPr>
            </a:br>
            <a:endParaRPr lang="en-US" sz="2400" b="0" u="none" strike="noStrike" dirty="0">
              <a:solidFill>
                <a:schemeClr val="accent1"/>
              </a:solidFill>
              <a:effectLst/>
              <a:uFillTx/>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F7C4C3D8-CF45-6CE8-3F55-5D22020F1508}"/>
              </a:ext>
            </a:extLst>
          </p:cNvPr>
          <p:cNvPicPr>
            <a:picLocks noChangeAspect="1"/>
          </p:cNvPicPr>
          <p:nvPr/>
        </p:nvPicPr>
        <p:blipFill>
          <a:blip r:embed="rId2"/>
          <a:stretch>
            <a:fillRect/>
          </a:stretch>
        </p:blipFill>
        <p:spPr>
          <a:xfrm>
            <a:off x="307181" y="792956"/>
            <a:ext cx="3177815" cy="2667231"/>
          </a:xfrm>
          <a:prstGeom prst="rect">
            <a:avLst/>
          </a:prstGeom>
        </p:spPr>
      </p:pic>
      <p:sp>
        <p:nvSpPr>
          <p:cNvPr id="3" name="TextBox 2">
            <a:extLst>
              <a:ext uri="{FF2B5EF4-FFF2-40B4-BE49-F238E27FC236}">
                <a16:creationId xmlns:a16="http://schemas.microsoft.com/office/drawing/2014/main" id="{F56D89B1-BE6D-64EA-27BD-449565739442}"/>
              </a:ext>
            </a:extLst>
          </p:cNvPr>
          <p:cNvSpPr txBox="1"/>
          <p:nvPr/>
        </p:nvSpPr>
        <p:spPr>
          <a:xfrm>
            <a:off x="3714750" y="1279089"/>
            <a:ext cx="5136356" cy="2062103"/>
          </a:xfrm>
          <a:prstGeom prst="rect">
            <a:avLst/>
          </a:prstGeom>
          <a:noFill/>
        </p:spPr>
        <p:txBody>
          <a:bodyPr wrap="square">
            <a:spAutoFit/>
          </a:bodyPr>
          <a:lstStyle/>
          <a:p>
            <a:pPr>
              <a:buFont typeface="Arial" panose="020B0604020202020204" pitchFamily="34" charset="0"/>
              <a:buChar char="•"/>
            </a:pPr>
            <a:r>
              <a:rPr lang="en-US" sz="1600" dirty="0">
                <a:latin typeface="Karla" pitchFamily="2" charset="0"/>
              </a:rPr>
              <a:t>Leading brands generate strong order volume and revenue</a:t>
            </a:r>
          </a:p>
          <a:p>
            <a:pPr>
              <a:buFont typeface="Arial" panose="020B0604020202020204" pitchFamily="34" charset="0"/>
              <a:buChar char="•"/>
            </a:pPr>
            <a:r>
              <a:rPr lang="en-US" sz="1600" dirty="0">
                <a:latin typeface="Karla" pitchFamily="2" charset="0"/>
              </a:rPr>
              <a:t>High-performing restaurants maintain ratings above 4.3</a:t>
            </a:r>
          </a:p>
          <a:p>
            <a:pPr>
              <a:buFont typeface="Arial" panose="020B0604020202020204" pitchFamily="34" charset="0"/>
              <a:buChar char="•"/>
            </a:pPr>
            <a:r>
              <a:rPr lang="en-US" sz="1600" dirty="0">
                <a:latin typeface="Karla" pitchFamily="2" charset="0"/>
              </a:rPr>
              <a:t>Some mid-tier restaurants show good ratings but lower order volume</a:t>
            </a:r>
          </a:p>
          <a:p>
            <a:r>
              <a:rPr lang="en-US" sz="1600" b="1" dirty="0">
                <a:latin typeface="Karla" pitchFamily="2" charset="0"/>
              </a:rPr>
              <a:t>Insight:</a:t>
            </a:r>
            <a:r>
              <a:rPr lang="en-US" sz="1600" dirty="0">
                <a:latin typeface="Karla" pitchFamily="2" charset="0"/>
              </a:rPr>
              <a:t> High-rated but lower-order restaurants may benefit from better visibility or promotions.</a:t>
            </a:r>
          </a:p>
        </p:txBody>
      </p:sp>
    </p:spTree>
    <p:extLst>
      <p:ext uri="{BB962C8B-B14F-4D97-AF65-F5344CB8AC3E}">
        <p14:creationId xmlns:p14="http://schemas.microsoft.com/office/powerpoint/2010/main" val="3434562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 name="Rectangle 577"/>
          <p:cNvSpPr/>
          <p:nvPr/>
        </p:nvSpPr>
        <p:spPr>
          <a:xfrm>
            <a:off x="307181" y="171451"/>
            <a:ext cx="4264819" cy="542924"/>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l"/>
            <a:r>
              <a:rPr lang="en-US" sz="2400" b="1" i="0" dirty="0">
                <a:solidFill>
                  <a:schemeClr val="accent1"/>
                </a:solidFill>
                <a:effectLst/>
                <a:latin typeface="Calibri" panose="020F0502020204030204" pitchFamily="34" charset="0"/>
                <a:ea typeface="Calibri" panose="020F0502020204030204" pitchFamily="34" charset="0"/>
                <a:cs typeface="Calibri" panose="020F0502020204030204" pitchFamily="34" charset="0"/>
              </a:rPr>
              <a:t>Customer Spending Behavior</a:t>
            </a:r>
          </a:p>
          <a:p>
            <a:br>
              <a:rPr lang="en-US" sz="2400" b="0" i="0" dirty="0">
                <a:solidFill>
                  <a:schemeClr val="accent1"/>
                </a:solidFill>
                <a:effectLst/>
                <a:latin typeface="Calibri" panose="020F0502020204030204" pitchFamily="34" charset="0"/>
                <a:ea typeface="Calibri" panose="020F0502020204030204" pitchFamily="34" charset="0"/>
                <a:cs typeface="Calibri" panose="020F0502020204030204" pitchFamily="34" charset="0"/>
              </a:rPr>
            </a:br>
            <a:endParaRPr lang="en-US" sz="2400" b="0" u="none" strike="noStrike" dirty="0">
              <a:solidFill>
                <a:schemeClr val="accent1"/>
              </a:solidFill>
              <a:effectLst/>
              <a:uFillTx/>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450849A6-9883-7980-48C4-569A7DBF4F93}"/>
              </a:ext>
            </a:extLst>
          </p:cNvPr>
          <p:cNvPicPr>
            <a:picLocks noChangeAspect="1"/>
          </p:cNvPicPr>
          <p:nvPr/>
        </p:nvPicPr>
        <p:blipFill>
          <a:blip r:embed="rId2"/>
          <a:stretch>
            <a:fillRect/>
          </a:stretch>
        </p:blipFill>
        <p:spPr>
          <a:xfrm>
            <a:off x="610477" y="1011512"/>
            <a:ext cx="2768517" cy="1560238"/>
          </a:xfrm>
          <a:prstGeom prst="rect">
            <a:avLst/>
          </a:prstGeom>
        </p:spPr>
      </p:pic>
      <p:sp>
        <p:nvSpPr>
          <p:cNvPr id="3" name="TextBox 2">
            <a:extLst>
              <a:ext uri="{FF2B5EF4-FFF2-40B4-BE49-F238E27FC236}">
                <a16:creationId xmlns:a16="http://schemas.microsoft.com/office/drawing/2014/main" id="{B97A7491-4ACF-C752-B91C-D4673CD8ACD8}"/>
              </a:ext>
            </a:extLst>
          </p:cNvPr>
          <p:cNvSpPr txBox="1"/>
          <p:nvPr/>
        </p:nvSpPr>
        <p:spPr>
          <a:xfrm>
            <a:off x="314325" y="2862726"/>
            <a:ext cx="6318960" cy="1569660"/>
          </a:xfrm>
          <a:prstGeom prst="rect">
            <a:avLst/>
          </a:prstGeom>
          <a:noFill/>
        </p:spPr>
        <p:txBody>
          <a:bodyPr wrap="square">
            <a:spAutoFit/>
          </a:bodyPr>
          <a:lstStyle/>
          <a:p>
            <a:pPr>
              <a:buFont typeface="Arial" panose="020B0604020202020204" pitchFamily="34" charset="0"/>
              <a:buChar char="•"/>
            </a:pPr>
            <a:r>
              <a:rPr lang="en-US" sz="1600" dirty="0">
                <a:latin typeface="Karla" pitchFamily="2" charset="0"/>
              </a:rPr>
              <a:t>Majority orders fall within ₹200–₹299 range</a:t>
            </a:r>
          </a:p>
          <a:p>
            <a:pPr>
              <a:buFont typeface="Arial" panose="020B0604020202020204" pitchFamily="34" charset="0"/>
              <a:buChar char="•"/>
            </a:pPr>
            <a:r>
              <a:rPr lang="en-US" sz="1600" dirty="0">
                <a:latin typeface="Karla" pitchFamily="2" charset="0"/>
              </a:rPr>
              <a:t>Premium segment (₹500+) contributes smaller volume but higher value</a:t>
            </a:r>
          </a:p>
          <a:p>
            <a:pPr>
              <a:buFont typeface="Arial" panose="020B0604020202020204" pitchFamily="34" charset="0"/>
              <a:buChar char="•"/>
            </a:pPr>
            <a:r>
              <a:rPr lang="en-US" sz="1600" dirty="0">
                <a:latin typeface="Karla" pitchFamily="2" charset="0"/>
              </a:rPr>
              <a:t>Lower price buckets show high order frequency</a:t>
            </a:r>
          </a:p>
          <a:p>
            <a:r>
              <a:rPr lang="en-US" sz="1600" b="1" dirty="0">
                <a:latin typeface="Karla" pitchFamily="2" charset="0"/>
              </a:rPr>
              <a:t>Insight:</a:t>
            </a:r>
            <a:r>
              <a:rPr lang="en-US" sz="1600" dirty="0">
                <a:latin typeface="Karla" pitchFamily="2" charset="0"/>
              </a:rPr>
              <a:t> Customers are price-sensitive but premium upselling opportunities exist.</a:t>
            </a:r>
          </a:p>
        </p:txBody>
      </p:sp>
    </p:spTree>
    <p:extLst>
      <p:ext uri="{BB962C8B-B14F-4D97-AF65-F5344CB8AC3E}">
        <p14:creationId xmlns:p14="http://schemas.microsoft.com/office/powerpoint/2010/main" val="356970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 name="Rectangle 687"/>
          <p:cNvSpPr/>
          <p:nvPr/>
        </p:nvSpPr>
        <p:spPr>
          <a:xfrm>
            <a:off x="5048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9999"/>
          </a:bodyPr>
          <a:lstStyle/>
          <a:p>
            <a:pPr defTabSz="914400">
              <a:lnSpc>
                <a:spcPct val="100000"/>
              </a:lnSpc>
              <a:tabLst>
                <a:tab pos="0" algn="l"/>
              </a:tabLst>
            </a:pPr>
            <a:r>
              <a:rPr lang="en-US" sz="3000" b="1" u="none" strike="noStrike" dirty="0">
                <a:solidFill>
                  <a:schemeClr val="accent1"/>
                </a:solidFill>
                <a:effectLst/>
                <a:uFillTx/>
                <a:latin typeface="Calibri" panose="020F0502020204030204" pitchFamily="34" charset="0"/>
                <a:ea typeface="Calibri" panose="020F0502020204030204" pitchFamily="34" charset="0"/>
                <a:cs typeface="Calibri" panose="020F0502020204030204" pitchFamily="34" charset="0"/>
              </a:rPr>
              <a:t>Satisfaction and Ratings</a:t>
            </a:r>
            <a:endParaRPr lang="en-US" sz="3000" b="0" u="none" strike="noStrike" dirty="0">
              <a:solidFill>
                <a:schemeClr val="accent1"/>
              </a:solidFill>
              <a:effectLst/>
              <a:uFillTx/>
              <a:latin typeface="Calibri" panose="020F0502020204030204" pitchFamily="34" charset="0"/>
              <a:ea typeface="Calibri" panose="020F0502020204030204" pitchFamily="34" charset="0"/>
              <a:cs typeface="Calibri" panose="020F0502020204030204" pitchFamily="34" charset="0"/>
            </a:endParaRPr>
          </a:p>
        </p:txBody>
      </p:sp>
      <p:sp>
        <p:nvSpPr>
          <p:cNvPr id="689" name="Rectangle 688"/>
          <p:cNvSpPr/>
          <p:nvPr/>
        </p:nvSpPr>
        <p:spPr>
          <a:xfrm>
            <a:off x="5048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dirty="0">
                <a:solidFill>
                  <a:schemeClr val="dk1"/>
                </a:solidFill>
                <a:effectLst/>
                <a:uFillTx/>
                <a:latin typeface="Karla"/>
              </a:rPr>
              <a:t>Customer satisfaction remains strong with an average rating of </a:t>
            </a:r>
            <a:r>
              <a:rPr lang="en-US" sz="1200" b="1" u="none" strike="noStrike" dirty="0">
                <a:solidFill>
                  <a:schemeClr val="dk1"/>
                </a:solidFill>
                <a:effectLst/>
                <a:uFillTx/>
                <a:latin typeface="Karla"/>
              </a:rPr>
              <a:t>4.34</a:t>
            </a:r>
            <a:r>
              <a:rPr lang="en-US" sz="1200" b="0" u="none" strike="noStrike" dirty="0">
                <a:solidFill>
                  <a:schemeClr val="dk1"/>
                </a:solidFill>
                <a:effectLst/>
                <a:uFillTx/>
                <a:latin typeface="Karla"/>
              </a:rPr>
              <a:t>. Most ratings range between 4 and 5 stars, signaling high service quality. Very few low ratings indicate minimal dissatisfaction risk. This performance underscores successful service delivery and a positive customer experience on the Swiggy platform.</a:t>
            </a:r>
            <a:endParaRPr lang="en-US" sz="1200" b="0" u="none" strike="noStrike" dirty="0">
              <a:solidFill>
                <a:srgbClr val="000000"/>
              </a:solidFill>
              <a:effectLst/>
              <a:uFillTx/>
              <a:latin typeface="OpenSymbol"/>
            </a:endParaRPr>
          </a:p>
        </p:txBody>
      </p:sp>
      <p:pic>
        <p:nvPicPr>
          <p:cNvPr id="690" name="image69948b27493ff" descr="image69948b2749405"/>
          <p:cNvPicPr/>
          <p:nvPr/>
        </p:nvPicPr>
        <p:blipFill>
          <a:blip r:embed="rId2"/>
          <a:stretch/>
        </p:blipFill>
        <p:spPr>
          <a:xfrm>
            <a:off x="0" y="0"/>
            <a:ext cx="4571640" cy="51433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1" name="Google Shape;1282;p49"/>
          <p:cNvGrpSpPr/>
          <p:nvPr/>
        </p:nvGrpSpPr>
        <p:grpSpPr>
          <a:xfrm>
            <a:off x="4939920" y="382680"/>
            <a:ext cx="1858680" cy="4420440"/>
            <a:chOff x="4939920" y="382680"/>
            <a:chExt cx="1858680" cy="4420440"/>
          </a:xfrm>
        </p:grpSpPr>
        <p:sp>
          <p:nvSpPr>
            <p:cNvPr id="692" name="Google Shape;1283;p49"/>
            <p:cNvSpPr/>
            <p:nvPr/>
          </p:nvSpPr>
          <p:spPr>
            <a:xfrm rot="19494600">
              <a:off x="5496840" y="504720"/>
              <a:ext cx="592560" cy="530280"/>
            </a:xfrm>
            <a:prstGeom prst="wedgeEllipseCallout">
              <a:avLst>
                <a:gd name="adj1" fmla="val -20833"/>
                <a:gd name="adj2" fmla="val 625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3" name="Google Shape;1284;p49"/>
            <p:cNvSpPr/>
            <p:nvPr/>
          </p:nvSpPr>
          <p:spPr>
            <a:xfrm flipH="1">
              <a:off x="5122800" y="1558800"/>
              <a:ext cx="912600" cy="826920"/>
            </a:xfrm>
            <a:custGeom>
              <a:avLst/>
              <a:gdLst>
                <a:gd name="textAreaLeft" fmla="*/ -360 w 912600"/>
                <a:gd name="textAreaRight" fmla="*/ 912600 w 912600"/>
                <a:gd name="textAreaTop" fmla="*/ 0 h 826920"/>
                <a:gd name="textAreaBottom" fmla="*/ 827280 h 826920"/>
              </a:gdLst>
              <a:ahLst/>
              <a:cxnLst/>
              <a:rect l="textAreaLeft" t="textAreaTop" r="textAreaRight" b="textAreaBottom"/>
              <a:pathLst>
                <a:path w="12854" h="11650">
                  <a:moveTo>
                    <a:pt x="3148" y="1"/>
                  </a:moveTo>
                  <a:lnTo>
                    <a:pt x="425" y="206"/>
                  </a:lnTo>
                  <a:cubicBezTo>
                    <a:pt x="425" y="206"/>
                    <a:pt x="0" y="3397"/>
                    <a:pt x="908" y="8170"/>
                  </a:cubicBezTo>
                  <a:cubicBezTo>
                    <a:pt x="1453" y="10979"/>
                    <a:pt x="3171" y="11650"/>
                    <a:pt x="4719" y="11650"/>
                  </a:cubicBezTo>
                  <a:cubicBezTo>
                    <a:pt x="5793" y="11650"/>
                    <a:pt x="6785" y="11327"/>
                    <a:pt x="7247" y="11171"/>
                  </a:cubicBezTo>
                  <a:cubicBezTo>
                    <a:pt x="8360" y="10761"/>
                    <a:pt x="12854" y="9136"/>
                    <a:pt x="12854" y="9136"/>
                  </a:cubicBezTo>
                  <a:lnTo>
                    <a:pt x="11507" y="6062"/>
                  </a:lnTo>
                  <a:cubicBezTo>
                    <a:pt x="11507" y="6062"/>
                    <a:pt x="8769" y="7057"/>
                    <a:pt x="5681" y="7716"/>
                  </a:cubicBezTo>
                  <a:cubicBezTo>
                    <a:pt x="5655" y="7721"/>
                    <a:pt x="5630" y="7724"/>
                    <a:pt x="5604" y="7724"/>
                  </a:cubicBezTo>
                  <a:cubicBezTo>
                    <a:pt x="4221" y="7724"/>
                    <a:pt x="3148" y="1"/>
                    <a:pt x="3148"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4" name="Google Shape;1285;p49"/>
            <p:cNvSpPr/>
            <p:nvPr/>
          </p:nvSpPr>
          <p:spPr>
            <a:xfrm flipH="1">
              <a:off x="5697360" y="2536200"/>
              <a:ext cx="1031040" cy="2180880"/>
            </a:xfrm>
            <a:custGeom>
              <a:avLst/>
              <a:gdLst>
                <a:gd name="textAreaLeft" fmla="*/ 360 w 1031040"/>
                <a:gd name="textAreaRight" fmla="*/ 1031760 w 1031040"/>
                <a:gd name="textAreaTop" fmla="*/ 0 h 2180880"/>
                <a:gd name="textAreaBottom" fmla="*/ 2181240 h 2180880"/>
              </a:gdLst>
              <a:ahLst/>
              <a:cxnLst/>
              <a:rect l="textAreaLeft" t="textAreaTop" r="textAreaRight" b="textAreaBottom"/>
              <a:pathLst>
                <a:path w="14523" h="30714">
                  <a:moveTo>
                    <a:pt x="14523" y="0"/>
                  </a:moveTo>
                  <a:lnTo>
                    <a:pt x="9838" y="878"/>
                  </a:lnTo>
                  <a:cubicBezTo>
                    <a:pt x="7232" y="12912"/>
                    <a:pt x="1" y="28254"/>
                    <a:pt x="1" y="28254"/>
                  </a:cubicBezTo>
                  <a:lnTo>
                    <a:pt x="4012" y="30714"/>
                  </a:lnTo>
                  <a:cubicBezTo>
                    <a:pt x="13308" y="12341"/>
                    <a:pt x="14523" y="0"/>
                    <a:pt x="1452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5" name="Google Shape;1286;p49"/>
            <p:cNvSpPr/>
            <p:nvPr/>
          </p:nvSpPr>
          <p:spPr>
            <a:xfrm flipH="1">
              <a:off x="5665320" y="1058400"/>
              <a:ext cx="770040" cy="831960"/>
            </a:xfrm>
            <a:custGeom>
              <a:avLst/>
              <a:gdLst>
                <a:gd name="textAreaLeft" fmla="*/ -360 w 770040"/>
                <a:gd name="textAreaRight" fmla="*/ 770040 w 770040"/>
                <a:gd name="textAreaTop" fmla="*/ 0 h 831960"/>
                <a:gd name="textAreaBottom" fmla="*/ 832320 h 831960"/>
              </a:gdLst>
              <a:ahLst/>
              <a:cxnLst/>
              <a:rect l="textAreaLeft" t="textAreaTop" r="textAreaRight" b="textAreaBottom"/>
              <a:pathLst>
                <a:path w="10849" h="11720">
                  <a:moveTo>
                    <a:pt x="2775" y="1"/>
                  </a:moveTo>
                  <a:cubicBezTo>
                    <a:pt x="2313" y="1"/>
                    <a:pt x="1872" y="147"/>
                    <a:pt x="1479" y="591"/>
                  </a:cubicBezTo>
                  <a:cubicBezTo>
                    <a:pt x="1478" y="591"/>
                    <a:pt x="1478" y="590"/>
                    <a:pt x="1477" y="590"/>
                  </a:cubicBezTo>
                  <a:cubicBezTo>
                    <a:pt x="1432" y="590"/>
                    <a:pt x="821" y="867"/>
                    <a:pt x="849" y="1338"/>
                  </a:cubicBezTo>
                  <a:cubicBezTo>
                    <a:pt x="893" y="2948"/>
                    <a:pt x="1171" y="4046"/>
                    <a:pt x="498" y="5510"/>
                  </a:cubicBezTo>
                  <a:cubicBezTo>
                    <a:pt x="278" y="6008"/>
                    <a:pt x="0" y="6535"/>
                    <a:pt x="88" y="7062"/>
                  </a:cubicBezTo>
                  <a:cubicBezTo>
                    <a:pt x="191" y="7545"/>
                    <a:pt x="586" y="7925"/>
                    <a:pt x="1025" y="8145"/>
                  </a:cubicBezTo>
                  <a:cubicBezTo>
                    <a:pt x="1464" y="8365"/>
                    <a:pt x="1962" y="8482"/>
                    <a:pt x="2430" y="8628"/>
                  </a:cubicBezTo>
                  <a:cubicBezTo>
                    <a:pt x="2913" y="8774"/>
                    <a:pt x="3382" y="8994"/>
                    <a:pt x="3675" y="9375"/>
                  </a:cubicBezTo>
                  <a:cubicBezTo>
                    <a:pt x="4026" y="9814"/>
                    <a:pt x="4099" y="10399"/>
                    <a:pt x="4465" y="10824"/>
                  </a:cubicBezTo>
                  <a:cubicBezTo>
                    <a:pt x="4846" y="11278"/>
                    <a:pt x="5475" y="11439"/>
                    <a:pt x="6076" y="11527"/>
                  </a:cubicBezTo>
                  <a:cubicBezTo>
                    <a:pt x="6841" y="11659"/>
                    <a:pt x="7594" y="11719"/>
                    <a:pt x="8367" y="11719"/>
                  </a:cubicBezTo>
                  <a:cubicBezTo>
                    <a:pt x="8452" y="11719"/>
                    <a:pt x="8537" y="11718"/>
                    <a:pt x="8623" y="11717"/>
                  </a:cubicBezTo>
                  <a:cubicBezTo>
                    <a:pt x="9135" y="11702"/>
                    <a:pt x="9677" y="11644"/>
                    <a:pt x="10101" y="11351"/>
                  </a:cubicBezTo>
                  <a:cubicBezTo>
                    <a:pt x="10746" y="10868"/>
                    <a:pt x="10848" y="9828"/>
                    <a:pt x="10321" y="9243"/>
                  </a:cubicBezTo>
                  <a:cubicBezTo>
                    <a:pt x="9940" y="8818"/>
                    <a:pt x="9355" y="8672"/>
                    <a:pt x="8842" y="8408"/>
                  </a:cubicBezTo>
                  <a:cubicBezTo>
                    <a:pt x="7964" y="7940"/>
                    <a:pt x="7320" y="7091"/>
                    <a:pt x="7144" y="6110"/>
                  </a:cubicBezTo>
                  <a:cubicBezTo>
                    <a:pt x="6998" y="5276"/>
                    <a:pt x="7174" y="4397"/>
                    <a:pt x="7247" y="3533"/>
                  </a:cubicBezTo>
                  <a:cubicBezTo>
                    <a:pt x="7305" y="2670"/>
                    <a:pt x="7188" y="1718"/>
                    <a:pt x="6573" y="1133"/>
                  </a:cubicBezTo>
                  <a:cubicBezTo>
                    <a:pt x="6163" y="752"/>
                    <a:pt x="5607" y="591"/>
                    <a:pt x="5051" y="503"/>
                  </a:cubicBezTo>
                  <a:cubicBezTo>
                    <a:pt x="4311" y="377"/>
                    <a:pt x="3516" y="1"/>
                    <a:pt x="2775"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6" name="Google Shape;1287;p49"/>
            <p:cNvSpPr/>
            <p:nvPr/>
          </p:nvSpPr>
          <p:spPr>
            <a:xfrm flipH="1">
              <a:off x="5697360" y="2536200"/>
              <a:ext cx="1031040" cy="2180880"/>
            </a:xfrm>
            <a:custGeom>
              <a:avLst/>
              <a:gdLst>
                <a:gd name="textAreaLeft" fmla="*/ 360 w 1031040"/>
                <a:gd name="textAreaRight" fmla="*/ 1031760 w 1031040"/>
                <a:gd name="textAreaTop" fmla="*/ 0 h 2180880"/>
                <a:gd name="textAreaBottom" fmla="*/ 2181240 h 2180880"/>
              </a:gdLst>
              <a:ahLst/>
              <a:cxnLst/>
              <a:rect l="textAreaLeft" t="textAreaTop" r="textAreaRight" b="textAreaBottom"/>
              <a:pathLst>
                <a:path w="14523" h="30714">
                  <a:moveTo>
                    <a:pt x="14523" y="0"/>
                  </a:moveTo>
                  <a:lnTo>
                    <a:pt x="9838" y="878"/>
                  </a:lnTo>
                  <a:cubicBezTo>
                    <a:pt x="7232" y="12912"/>
                    <a:pt x="1" y="28254"/>
                    <a:pt x="1" y="28254"/>
                  </a:cubicBezTo>
                  <a:lnTo>
                    <a:pt x="4012" y="30714"/>
                  </a:lnTo>
                  <a:cubicBezTo>
                    <a:pt x="13308" y="12341"/>
                    <a:pt x="14523" y="0"/>
                    <a:pt x="14523"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7" name="Google Shape;1288;p49"/>
            <p:cNvSpPr/>
            <p:nvPr/>
          </p:nvSpPr>
          <p:spPr>
            <a:xfrm flipH="1">
              <a:off x="6390000" y="4531320"/>
              <a:ext cx="338760" cy="271800"/>
            </a:xfrm>
            <a:custGeom>
              <a:avLst/>
              <a:gdLst>
                <a:gd name="textAreaLeft" fmla="*/ -360 w 338760"/>
                <a:gd name="textAreaRight" fmla="*/ 338760 w 338760"/>
                <a:gd name="textAreaTop" fmla="*/ 0 h 271800"/>
                <a:gd name="textAreaBottom" fmla="*/ 272160 h 271800"/>
              </a:gdLst>
              <a:ahLst/>
              <a:cxnLst/>
              <a:rect l="textAreaLeft" t="textAreaTop" r="textAreaRight" b="textAreaBottom"/>
              <a:pathLst>
                <a:path w="4774" h="3832">
                  <a:moveTo>
                    <a:pt x="1" y="0"/>
                  </a:moveTo>
                  <a:lnTo>
                    <a:pt x="16" y="161"/>
                  </a:lnTo>
                  <a:cubicBezTo>
                    <a:pt x="16" y="161"/>
                    <a:pt x="4167" y="3832"/>
                    <a:pt x="4618" y="3832"/>
                  </a:cubicBezTo>
                  <a:cubicBezTo>
                    <a:pt x="4639" y="3832"/>
                    <a:pt x="4652" y="3824"/>
                    <a:pt x="4656" y="3807"/>
                  </a:cubicBezTo>
                  <a:cubicBezTo>
                    <a:pt x="4773" y="3426"/>
                    <a:pt x="3997" y="2621"/>
                    <a:pt x="3997" y="2621"/>
                  </a:cubicBezTo>
                  <a:lnTo>
                    <a:pt x="1"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8" name="Google Shape;1289;p49"/>
            <p:cNvSpPr/>
            <p:nvPr/>
          </p:nvSpPr>
          <p:spPr>
            <a:xfrm flipH="1">
              <a:off x="6531480" y="3030480"/>
              <a:ext cx="266760" cy="302760"/>
            </a:xfrm>
            <a:custGeom>
              <a:avLst/>
              <a:gdLst>
                <a:gd name="textAreaLeft" fmla="*/ -360 w 266760"/>
                <a:gd name="textAreaRight" fmla="*/ 266760 w 266760"/>
                <a:gd name="textAreaTop" fmla="*/ 0 h 302760"/>
                <a:gd name="textAreaBottom" fmla="*/ 303120 h 302760"/>
              </a:gdLst>
              <a:ahLst/>
              <a:cxnLst/>
              <a:rect l="textAreaLeft" t="textAreaTop" r="textAreaRight" b="textAreaBottom"/>
              <a:pathLst>
                <a:path w="3763" h="4269">
                  <a:moveTo>
                    <a:pt x="1007" y="0"/>
                  </a:moveTo>
                  <a:cubicBezTo>
                    <a:pt x="912" y="0"/>
                    <a:pt x="842" y="30"/>
                    <a:pt x="805" y="97"/>
                  </a:cubicBezTo>
                  <a:cubicBezTo>
                    <a:pt x="805" y="97"/>
                    <a:pt x="0" y="2264"/>
                    <a:pt x="73" y="2528"/>
                  </a:cubicBezTo>
                  <a:cubicBezTo>
                    <a:pt x="83" y="2566"/>
                    <a:pt x="105" y="2583"/>
                    <a:pt x="134" y="2583"/>
                  </a:cubicBezTo>
                  <a:cubicBezTo>
                    <a:pt x="316" y="2583"/>
                    <a:pt x="805" y="1942"/>
                    <a:pt x="805" y="1942"/>
                  </a:cubicBezTo>
                  <a:lnTo>
                    <a:pt x="805" y="1942"/>
                  </a:lnTo>
                  <a:cubicBezTo>
                    <a:pt x="805" y="1942"/>
                    <a:pt x="264" y="2879"/>
                    <a:pt x="337" y="3128"/>
                  </a:cubicBezTo>
                  <a:cubicBezTo>
                    <a:pt x="344" y="3155"/>
                    <a:pt x="362" y="3167"/>
                    <a:pt x="387" y="3167"/>
                  </a:cubicBezTo>
                  <a:cubicBezTo>
                    <a:pt x="609" y="3167"/>
                    <a:pt x="1434" y="2235"/>
                    <a:pt x="1435" y="2235"/>
                  </a:cubicBezTo>
                  <a:lnTo>
                    <a:pt x="1435" y="2235"/>
                  </a:lnTo>
                  <a:cubicBezTo>
                    <a:pt x="1434" y="2235"/>
                    <a:pt x="483" y="3435"/>
                    <a:pt x="732" y="3640"/>
                  </a:cubicBezTo>
                  <a:cubicBezTo>
                    <a:pt x="752" y="3656"/>
                    <a:pt x="777" y="3663"/>
                    <a:pt x="805" y="3663"/>
                  </a:cubicBezTo>
                  <a:cubicBezTo>
                    <a:pt x="1159" y="3663"/>
                    <a:pt x="2123" y="2586"/>
                    <a:pt x="2123" y="2586"/>
                  </a:cubicBezTo>
                  <a:lnTo>
                    <a:pt x="2123" y="2586"/>
                  </a:lnTo>
                  <a:cubicBezTo>
                    <a:pt x="2123" y="2586"/>
                    <a:pt x="1069" y="3977"/>
                    <a:pt x="1303" y="4240"/>
                  </a:cubicBezTo>
                  <a:cubicBezTo>
                    <a:pt x="1319" y="4260"/>
                    <a:pt x="1341" y="4269"/>
                    <a:pt x="1368" y="4269"/>
                  </a:cubicBezTo>
                  <a:cubicBezTo>
                    <a:pt x="1728" y="4269"/>
                    <a:pt x="2957" y="2659"/>
                    <a:pt x="2957" y="2659"/>
                  </a:cubicBezTo>
                  <a:cubicBezTo>
                    <a:pt x="2984" y="3291"/>
                    <a:pt x="3357" y="3664"/>
                    <a:pt x="3542" y="3664"/>
                  </a:cubicBezTo>
                  <a:cubicBezTo>
                    <a:pt x="3559" y="3664"/>
                    <a:pt x="3574" y="3661"/>
                    <a:pt x="3587" y="3655"/>
                  </a:cubicBezTo>
                  <a:cubicBezTo>
                    <a:pt x="3762" y="3582"/>
                    <a:pt x="3557" y="1459"/>
                    <a:pt x="3557" y="1459"/>
                  </a:cubicBezTo>
                  <a:cubicBezTo>
                    <a:pt x="3557" y="1459"/>
                    <a:pt x="1673" y="0"/>
                    <a:pt x="1007" y="0"/>
                  </a:cubicBezTo>
                  <a:close/>
                </a:path>
              </a:pathLst>
            </a:custGeom>
            <a:solidFill>
              <a:srgbClr val="CF886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9" name="Google Shape;1290;p49"/>
            <p:cNvSpPr/>
            <p:nvPr/>
          </p:nvSpPr>
          <p:spPr>
            <a:xfrm flipH="1">
              <a:off x="5302080" y="2508120"/>
              <a:ext cx="1096560" cy="2262240"/>
            </a:xfrm>
            <a:custGeom>
              <a:avLst/>
              <a:gdLst>
                <a:gd name="textAreaLeft" fmla="*/ 360 w 1096560"/>
                <a:gd name="textAreaRight" fmla="*/ 1097280 w 1096560"/>
                <a:gd name="textAreaTop" fmla="*/ 0 h 2262240"/>
                <a:gd name="textAreaBottom" fmla="*/ 2262600 h 2262240"/>
              </a:gdLst>
              <a:ahLst/>
              <a:cxnLst/>
              <a:rect l="textAreaLeft" t="textAreaTop" r="textAreaRight" b="textAreaBottom"/>
              <a:pathLst>
                <a:path w="15445" h="31857">
                  <a:moveTo>
                    <a:pt x="6251" y="1"/>
                  </a:moveTo>
                  <a:lnTo>
                    <a:pt x="0" y="2124"/>
                  </a:lnTo>
                  <a:cubicBezTo>
                    <a:pt x="0" y="2124"/>
                    <a:pt x="3470" y="18154"/>
                    <a:pt x="11844" y="31856"/>
                  </a:cubicBezTo>
                  <a:lnTo>
                    <a:pt x="15445" y="29895"/>
                  </a:lnTo>
                  <a:cubicBezTo>
                    <a:pt x="15445" y="29895"/>
                    <a:pt x="5929" y="9956"/>
                    <a:pt x="6251"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0" name="Google Shape;1291;p49"/>
            <p:cNvSpPr/>
            <p:nvPr/>
          </p:nvSpPr>
          <p:spPr>
            <a:xfrm flipH="1">
              <a:off x="6140520" y="2320920"/>
              <a:ext cx="165960" cy="180000"/>
            </a:xfrm>
            <a:custGeom>
              <a:avLst/>
              <a:gdLst>
                <a:gd name="textAreaLeft" fmla="*/ -360 w 165960"/>
                <a:gd name="textAreaRight" fmla="*/ 165960 w 165960"/>
                <a:gd name="textAreaTop" fmla="*/ 0 h 180000"/>
                <a:gd name="textAreaBottom" fmla="*/ 180360 h 180000"/>
              </a:gdLst>
              <a:ahLst/>
              <a:cxnLst/>
              <a:rect l="textAreaLeft" t="textAreaTop" r="textAreaRight" b="textAreaBottom"/>
              <a:pathLst>
                <a:path w="2343" h="2539">
                  <a:moveTo>
                    <a:pt x="162" y="1"/>
                  </a:moveTo>
                  <a:cubicBezTo>
                    <a:pt x="162" y="1"/>
                    <a:pt x="279" y="15"/>
                    <a:pt x="469" y="30"/>
                  </a:cubicBezTo>
                  <a:cubicBezTo>
                    <a:pt x="689" y="59"/>
                    <a:pt x="981" y="74"/>
                    <a:pt x="1333" y="103"/>
                  </a:cubicBezTo>
                  <a:cubicBezTo>
                    <a:pt x="1523" y="132"/>
                    <a:pt x="1713" y="147"/>
                    <a:pt x="1933" y="162"/>
                  </a:cubicBezTo>
                  <a:cubicBezTo>
                    <a:pt x="2050" y="176"/>
                    <a:pt x="2153" y="176"/>
                    <a:pt x="2211" y="250"/>
                  </a:cubicBezTo>
                  <a:cubicBezTo>
                    <a:pt x="2270" y="323"/>
                    <a:pt x="2270" y="440"/>
                    <a:pt x="2270" y="572"/>
                  </a:cubicBezTo>
                  <a:cubicBezTo>
                    <a:pt x="2270" y="806"/>
                    <a:pt x="2270" y="1055"/>
                    <a:pt x="2211" y="1318"/>
                  </a:cubicBezTo>
                  <a:cubicBezTo>
                    <a:pt x="2153" y="1567"/>
                    <a:pt x="2050" y="1831"/>
                    <a:pt x="1860" y="2006"/>
                  </a:cubicBezTo>
                  <a:cubicBezTo>
                    <a:pt x="1684" y="2197"/>
                    <a:pt x="1421" y="2328"/>
                    <a:pt x="1186" y="2372"/>
                  </a:cubicBezTo>
                  <a:cubicBezTo>
                    <a:pt x="1062" y="2402"/>
                    <a:pt x="934" y="2420"/>
                    <a:pt x="811" y="2420"/>
                  </a:cubicBezTo>
                  <a:cubicBezTo>
                    <a:pt x="689" y="2420"/>
                    <a:pt x="571" y="2402"/>
                    <a:pt x="469" y="2358"/>
                  </a:cubicBezTo>
                  <a:cubicBezTo>
                    <a:pt x="279" y="2255"/>
                    <a:pt x="176" y="2036"/>
                    <a:pt x="147" y="1831"/>
                  </a:cubicBezTo>
                  <a:cubicBezTo>
                    <a:pt x="103" y="1626"/>
                    <a:pt x="132" y="1421"/>
                    <a:pt x="132" y="1245"/>
                  </a:cubicBezTo>
                  <a:cubicBezTo>
                    <a:pt x="147" y="879"/>
                    <a:pt x="205" y="586"/>
                    <a:pt x="235" y="381"/>
                  </a:cubicBezTo>
                  <a:cubicBezTo>
                    <a:pt x="293" y="176"/>
                    <a:pt x="308" y="74"/>
                    <a:pt x="308" y="74"/>
                  </a:cubicBezTo>
                  <a:lnTo>
                    <a:pt x="308" y="74"/>
                  </a:lnTo>
                  <a:cubicBezTo>
                    <a:pt x="308" y="74"/>
                    <a:pt x="293" y="89"/>
                    <a:pt x="249" y="176"/>
                  </a:cubicBezTo>
                  <a:cubicBezTo>
                    <a:pt x="235" y="220"/>
                    <a:pt x="220" y="308"/>
                    <a:pt x="176" y="396"/>
                  </a:cubicBezTo>
                  <a:cubicBezTo>
                    <a:pt x="118" y="601"/>
                    <a:pt x="74" y="894"/>
                    <a:pt x="30" y="1260"/>
                  </a:cubicBezTo>
                  <a:cubicBezTo>
                    <a:pt x="15" y="1450"/>
                    <a:pt x="1" y="1640"/>
                    <a:pt x="30" y="1860"/>
                  </a:cubicBezTo>
                  <a:cubicBezTo>
                    <a:pt x="44" y="1977"/>
                    <a:pt x="88" y="2080"/>
                    <a:pt x="147" y="2197"/>
                  </a:cubicBezTo>
                  <a:cubicBezTo>
                    <a:pt x="220" y="2284"/>
                    <a:pt x="308" y="2402"/>
                    <a:pt x="410" y="2446"/>
                  </a:cubicBezTo>
                  <a:cubicBezTo>
                    <a:pt x="540" y="2514"/>
                    <a:pt x="673" y="2539"/>
                    <a:pt x="808" y="2539"/>
                  </a:cubicBezTo>
                  <a:cubicBezTo>
                    <a:pt x="933" y="2539"/>
                    <a:pt x="1060" y="2518"/>
                    <a:pt x="1186" y="2489"/>
                  </a:cubicBezTo>
                  <a:cubicBezTo>
                    <a:pt x="1435" y="2416"/>
                    <a:pt x="1713" y="2284"/>
                    <a:pt x="1918" y="2080"/>
                  </a:cubicBezTo>
                  <a:cubicBezTo>
                    <a:pt x="2123" y="1860"/>
                    <a:pt x="2226" y="1596"/>
                    <a:pt x="2284" y="1333"/>
                  </a:cubicBezTo>
                  <a:cubicBezTo>
                    <a:pt x="2343" y="1055"/>
                    <a:pt x="2343" y="806"/>
                    <a:pt x="2343" y="572"/>
                  </a:cubicBezTo>
                  <a:cubicBezTo>
                    <a:pt x="2343" y="455"/>
                    <a:pt x="2343" y="308"/>
                    <a:pt x="2270" y="206"/>
                  </a:cubicBezTo>
                  <a:cubicBezTo>
                    <a:pt x="2226" y="132"/>
                    <a:pt x="2153" y="103"/>
                    <a:pt x="2109" y="89"/>
                  </a:cubicBezTo>
                  <a:cubicBezTo>
                    <a:pt x="2050" y="74"/>
                    <a:pt x="1991" y="74"/>
                    <a:pt x="1933" y="74"/>
                  </a:cubicBezTo>
                  <a:cubicBezTo>
                    <a:pt x="1713" y="59"/>
                    <a:pt x="1523" y="59"/>
                    <a:pt x="1333" y="30"/>
                  </a:cubicBezTo>
                  <a:cubicBezTo>
                    <a:pt x="981" y="15"/>
                    <a:pt x="689" y="15"/>
                    <a:pt x="469" y="1"/>
                  </a:cubicBezTo>
                  <a:close/>
                </a:path>
              </a:pathLst>
            </a:custGeom>
            <a:solidFill>
              <a:srgbClr val="007373"/>
            </a:solidFill>
            <a:ln w="0">
              <a:noFill/>
            </a:ln>
          </p:spPr>
          <p:style>
            <a:lnRef idx="0">
              <a:scrgbClr r="0" g="0" b="0"/>
            </a:lnRef>
            <a:fillRef idx="0">
              <a:scrgbClr r="0" g="0" b="0"/>
            </a:fillRef>
            <a:effectRef idx="0">
              <a:scrgbClr r="0" g="0" b="0"/>
            </a:effectRef>
            <a:fontRef idx="minor"/>
          </p:style>
          <p:txBody>
            <a:bodyPr tIns="90000" bIns="90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1" name="Google Shape;1292;p49"/>
            <p:cNvSpPr/>
            <p:nvPr/>
          </p:nvSpPr>
          <p:spPr>
            <a:xfrm flipH="1">
              <a:off x="5166360" y="4623480"/>
              <a:ext cx="390600" cy="146880"/>
            </a:xfrm>
            <a:custGeom>
              <a:avLst/>
              <a:gdLst>
                <a:gd name="textAreaLeft" fmla="*/ -360 w 390600"/>
                <a:gd name="textAreaRight" fmla="*/ 390600 w 390600"/>
                <a:gd name="textAreaTop" fmla="*/ 0 h 146880"/>
                <a:gd name="textAreaBottom" fmla="*/ 147240 h 146880"/>
              </a:gdLst>
              <a:ahLst/>
              <a:cxnLst/>
              <a:rect l="textAreaLeft" t="textAreaTop" r="textAreaRight" b="textAreaBottom"/>
              <a:pathLst>
                <a:path w="5506" h="2073">
                  <a:moveTo>
                    <a:pt x="4908" y="0"/>
                  </a:moveTo>
                  <a:cubicBezTo>
                    <a:pt x="4370" y="0"/>
                    <a:pt x="3602" y="111"/>
                    <a:pt x="3602" y="111"/>
                  </a:cubicBezTo>
                  <a:lnTo>
                    <a:pt x="1" y="2072"/>
                  </a:lnTo>
                  <a:cubicBezTo>
                    <a:pt x="1" y="2072"/>
                    <a:pt x="5505" y="374"/>
                    <a:pt x="5417" y="111"/>
                  </a:cubicBezTo>
                  <a:cubicBezTo>
                    <a:pt x="5388" y="28"/>
                    <a:pt x="5176" y="0"/>
                    <a:pt x="490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3440" bIns="73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2" name="Google Shape;1293;p49"/>
            <p:cNvSpPr/>
            <p:nvPr/>
          </p:nvSpPr>
          <p:spPr>
            <a:xfrm flipH="1">
              <a:off x="5122800" y="1558800"/>
              <a:ext cx="912600" cy="826920"/>
            </a:xfrm>
            <a:custGeom>
              <a:avLst/>
              <a:gdLst>
                <a:gd name="textAreaLeft" fmla="*/ -360 w 912600"/>
                <a:gd name="textAreaRight" fmla="*/ 912600 w 912600"/>
                <a:gd name="textAreaTop" fmla="*/ 0 h 826920"/>
                <a:gd name="textAreaBottom" fmla="*/ 827280 h 826920"/>
              </a:gdLst>
              <a:ahLst/>
              <a:cxnLst/>
              <a:rect l="textAreaLeft" t="textAreaTop" r="textAreaRight" b="textAreaBottom"/>
              <a:pathLst>
                <a:path w="12854" h="11650">
                  <a:moveTo>
                    <a:pt x="3148" y="1"/>
                  </a:moveTo>
                  <a:lnTo>
                    <a:pt x="425" y="206"/>
                  </a:lnTo>
                  <a:cubicBezTo>
                    <a:pt x="425" y="206"/>
                    <a:pt x="0" y="3397"/>
                    <a:pt x="908" y="8170"/>
                  </a:cubicBezTo>
                  <a:cubicBezTo>
                    <a:pt x="1453" y="10979"/>
                    <a:pt x="3171" y="11650"/>
                    <a:pt x="4719" y="11650"/>
                  </a:cubicBezTo>
                  <a:cubicBezTo>
                    <a:pt x="5793" y="11650"/>
                    <a:pt x="6785" y="11327"/>
                    <a:pt x="7247" y="11171"/>
                  </a:cubicBezTo>
                  <a:cubicBezTo>
                    <a:pt x="8360" y="10761"/>
                    <a:pt x="12854" y="9136"/>
                    <a:pt x="12854" y="9136"/>
                  </a:cubicBezTo>
                  <a:lnTo>
                    <a:pt x="11507" y="6062"/>
                  </a:lnTo>
                  <a:cubicBezTo>
                    <a:pt x="11507" y="6062"/>
                    <a:pt x="8769" y="7057"/>
                    <a:pt x="5681" y="7716"/>
                  </a:cubicBezTo>
                  <a:cubicBezTo>
                    <a:pt x="5655" y="7721"/>
                    <a:pt x="5630" y="7724"/>
                    <a:pt x="5604" y="7724"/>
                  </a:cubicBezTo>
                  <a:cubicBezTo>
                    <a:pt x="4221" y="7724"/>
                    <a:pt x="3148" y="1"/>
                    <a:pt x="3148"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3" name="Google Shape;1294;p49"/>
            <p:cNvSpPr/>
            <p:nvPr/>
          </p:nvSpPr>
          <p:spPr>
            <a:xfrm flipH="1">
              <a:off x="5646240" y="1543680"/>
              <a:ext cx="831600" cy="1160280"/>
            </a:xfrm>
            <a:custGeom>
              <a:avLst/>
              <a:gdLst>
                <a:gd name="textAreaLeft" fmla="*/ 360 w 831600"/>
                <a:gd name="textAreaRight" fmla="*/ 832320 w 831600"/>
                <a:gd name="textAreaTop" fmla="*/ 0 h 1160280"/>
                <a:gd name="textAreaBottom" fmla="*/ 1160640 h 1160280"/>
              </a:gdLst>
              <a:ahLst/>
              <a:cxnLst/>
              <a:rect l="textAreaLeft" t="textAreaTop" r="textAreaRight" b="textAreaBottom"/>
              <a:pathLst>
                <a:path w="11713" h="16342">
                  <a:moveTo>
                    <a:pt x="6680" y="0"/>
                  </a:moveTo>
                  <a:cubicBezTo>
                    <a:pt x="5073" y="0"/>
                    <a:pt x="3107" y="146"/>
                    <a:pt x="2050" y="725"/>
                  </a:cubicBezTo>
                  <a:cubicBezTo>
                    <a:pt x="2050" y="725"/>
                    <a:pt x="308" y="1501"/>
                    <a:pt x="1" y="2526"/>
                  </a:cubicBezTo>
                  <a:lnTo>
                    <a:pt x="1143" y="10607"/>
                  </a:lnTo>
                  <a:lnTo>
                    <a:pt x="850" y="15702"/>
                  </a:lnTo>
                  <a:cubicBezTo>
                    <a:pt x="850" y="15702"/>
                    <a:pt x="2405" y="16341"/>
                    <a:pt x="4371" y="16341"/>
                  </a:cubicBezTo>
                  <a:cubicBezTo>
                    <a:pt x="5608" y="16341"/>
                    <a:pt x="7009" y="16088"/>
                    <a:pt x="8287" y="15262"/>
                  </a:cubicBezTo>
                  <a:cubicBezTo>
                    <a:pt x="8287" y="15262"/>
                    <a:pt x="9946" y="15816"/>
                    <a:pt x="11017" y="15816"/>
                  </a:cubicBezTo>
                  <a:cubicBezTo>
                    <a:pt x="11307" y="15816"/>
                    <a:pt x="11553" y="15775"/>
                    <a:pt x="11712" y="15672"/>
                  </a:cubicBezTo>
                  <a:lnTo>
                    <a:pt x="10600" y="9319"/>
                  </a:lnTo>
                  <a:cubicBezTo>
                    <a:pt x="10283" y="7334"/>
                    <a:pt x="10023" y="191"/>
                    <a:pt x="9417" y="191"/>
                  </a:cubicBezTo>
                  <a:cubicBezTo>
                    <a:pt x="9407" y="191"/>
                    <a:pt x="9396" y="194"/>
                    <a:pt x="9385" y="198"/>
                  </a:cubicBezTo>
                  <a:cubicBezTo>
                    <a:pt x="9372" y="206"/>
                    <a:pt x="9359" y="209"/>
                    <a:pt x="9346" y="209"/>
                  </a:cubicBezTo>
                  <a:cubicBezTo>
                    <a:pt x="9285" y="209"/>
                    <a:pt x="9223" y="137"/>
                    <a:pt x="9150" y="125"/>
                  </a:cubicBezTo>
                  <a:cubicBezTo>
                    <a:pt x="8875" y="81"/>
                    <a:pt x="7877" y="0"/>
                    <a:pt x="668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4" name="Google Shape;1295;p49"/>
            <p:cNvSpPr/>
            <p:nvPr/>
          </p:nvSpPr>
          <p:spPr>
            <a:xfrm flipH="1">
              <a:off x="5950080" y="1542240"/>
              <a:ext cx="270000" cy="536040"/>
            </a:xfrm>
            <a:custGeom>
              <a:avLst/>
              <a:gdLst>
                <a:gd name="textAreaLeft" fmla="*/ 360 w 270000"/>
                <a:gd name="textAreaRight" fmla="*/ 270720 w 270000"/>
                <a:gd name="textAreaTop" fmla="*/ 0 h 536040"/>
                <a:gd name="textAreaBottom" fmla="*/ 536400 h 536040"/>
              </a:gdLst>
              <a:ahLst/>
              <a:cxnLst/>
              <a:rect l="textAreaLeft" t="textAreaTop" r="textAreaRight" b="textAreaBottom"/>
              <a:pathLst>
                <a:path w="3807" h="7554">
                  <a:moveTo>
                    <a:pt x="2867" y="0"/>
                  </a:moveTo>
                  <a:cubicBezTo>
                    <a:pt x="1934" y="0"/>
                    <a:pt x="564" y="41"/>
                    <a:pt x="0" y="263"/>
                  </a:cubicBezTo>
                  <a:lnTo>
                    <a:pt x="3806" y="7554"/>
                  </a:lnTo>
                  <a:lnTo>
                    <a:pt x="3806" y="14"/>
                  </a:lnTo>
                  <a:cubicBezTo>
                    <a:pt x="3806" y="14"/>
                    <a:pt x="3411" y="0"/>
                    <a:pt x="286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5" name="Google Shape;1296;p49"/>
            <p:cNvSpPr/>
            <p:nvPr/>
          </p:nvSpPr>
          <p:spPr>
            <a:xfrm flipH="1">
              <a:off x="5920920" y="1097280"/>
              <a:ext cx="431280" cy="548280"/>
            </a:xfrm>
            <a:custGeom>
              <a:avLst/>
              <a:gdLst>
                <a:gd name="textAreaLeft" fmla="*/ 360 w 431280"/>
                <a:gd name="textAreaRight" fmla="*/ 432000 w 431280"/>
                <a:gd name="textAreaTop" fmla="*/ 0 h 548280"/>
                <a:gd name="textAreaBottom" fmla="*/ 548640 h 548280"/>
              </a:gdLst>
              <a:ahLst/>
              <a:cxnLst/>
              <a:rect l="textAreaLeft" t="textAreaTop" r="textAreaRight" b="textAreaBottom"/>
              <a:pathLst>
                <a:path w="6076" h="7727">
                  <a:moveTo>
                    <a:pt x="2782" y="0"/>
                  </a:moveTo>
                  <a:lnTo>
                    <a:pt x="1200" y="44"/>
                  </a:lnTo>
                  <a:cubicBezTo>
                    <a:pt x="1200" y="44"/>
                    <a:pt x="293" y="59"/>
                    <a:pt x="293" y="498"/>
                  </a:cubicBezTo>
                  <a:cubicBezTo>
                    <a:pt x="293" y="498"/>
                    <a:pt x="0" y="5885"/>
                    <a:pt x="1713" y="5958"/>
                  </a:cubicBezTo>
                  <a:lnTo>
                    <a:pt x="2738" y="5958"/>
                  </a:lnTo>
                  <a:lnTo>
                    <a:pt x="2738" y="6720"/>
                  </a:lnTo>
                  <a:cubicBezTo>
                    <a:pt x="2738" y="6983"/>
                    <a:pt x="2855" y="7217"/>
                    <a:pt x="3074" y="7349"/>
                  </a:cubicBezTo>
                  <a:cubicBezTo>
                    <a:pt x="3364" y="7521"/>
                    <a:pt x="3783" y="7727"/>
                    <a:pt x="4206" y="7727"/>
                  </a:cubicBezTo>
                  <a:cubicBezTo>
                    <a:pt x="4466" y="7727"/>
                    <a:pt x="4728" y="7649"/>
                    <a:pt x="4963" y="7437"/>
                  </a:cubicBezTo>
                  <a:cubicBezTo>
                    <a:pt x="5256" y="7188"/>
                    <a:pt x="5387" y="6778"/>
                    <a:pt x="5343" y="6397"/>
                  </a:cubicBezTo>
                  <a:lnTo>
                    <a:pt x="5124" y="3513"/>
                  </a:lnTo>
                  <a:cubicBezTo>
                    <a:pt x="5124" y="3513"/>
                    <a:pt x="6075" y="3323"/>
                    <a:pt x="5900" y="2328"/>
                  </a:cubicBezTo>
                  <a:cubicBezTo>
                    <a:pt x="5801" y="1797"/>
                    <a:pt x="5528" y="1643"/>
                    <a:pt x="5245" y="1643"/>
                  </a:cubicBezTo>
                  <a:cubicBezTo>
                    <a:pt x="4857" y="1643"/>
                    <a:pt x="4450" y="1932"/>
                    <a:pt x="4450" y="1932"/>
                  </a:cubicBezTo>
                  <a:lnTo>
                    <a:pt x="4450" y="1610"/>
                  </a:lnTo>
                  <a:cubicBezTo>
                    <a:pt x="4450" y="717"/>
                    <a:pt x="3718" y="0"/>
                    <a:pt x="2840" y="0"/>
                  </a:cubicBezTo>
                  <a:close/>
                </a:path>
              </a:pathLst>
            </a:custGeom>
            <a:solidFill>
              <a:srgbClr val="CF886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6" name="Google Shape;1297;p49"/>
            <p:cNvSpPr/>
            <p:nvPr/>
          </p:nvSpPr>
          <p:spPr>
            <a:xfrm flipH="1">
              <a:off x="6239880" y="1278000"/>
              <a:ext cx="23760" cy="114120"/>
            </a:xfrm>
            <a:custGeom>
              <a:avLst/>
              <a:gdLst>
                <a:gd name="textAreaLeft" fmla="*/ 360 w 23760"/>
                <a:gd name="textAreaRight" fmla="*/ 24480 w 23760"/>
                <a:gd name="textAreaTop" fmla="*/ 0 h 114120"/>
                <a:gd name="textAreaBottom" fmla="*/ 114480 h 114120"/>
              </a:gdLst>
              <a:ahLst/>
              <a:cxnLst/>
              <a:rect l="textAreaLeft" t="textAreaTop" r="textAreaRight" b="textAreaBottom"/>
              <a:pathLst>
                <a:path w="338" h="1611">
                  <a:moveTo>
                    <a:pt x="74" y="0"/>
                  </a:moveTo>
                  <a:cubicBezTo>
                    <a:pt x="59" y="0"/>
                    <a:pt x="30" y="396"/>
                    <a:pt x="0" y="879"/>
                  </a:cubicBezTo>
                  <a:lnTo>
                    <a:pt x="0" y="1230"/>
                  </a:lnTo>
                  <a:cubicBezTo>
                    <a:pt x="0" y="1347"/>
                    <a:pt x="30" y="1450"/>
                    <a:pt x="74" y="1523"/>
                  </a:cubicBezTo>
                  <a:cubicBezTo>
                    <a:pt x="132" y="1596"/>
                    <a:pt x="205" y="1611"/>
                    <a:pt x="264" y="1611"/>
                  </a:cubicBezTo>
                  <a:cubicBezTo>
                    <a:pt x="308" y="1596"/>
                    <a:pt x="337" y="1581"/>
                    <a:pt x="337" y="1581"/>
                  </a:cubicBezTo>
                  <a:cubicBezTo>
                    <a:pt x="330" y="1574"/>
                    <a:pt x="319" y="1574"/>
                    <a:pt x="306" y="1574"/>
                  </a:cubicBezTo>
                  <a:cubicBezTo>
                    <a:pt x="293" y="1574"/>
                    <a:pt x="279" y="1574"/>
                    <a:pt x="264" y="1567"/>
                  </a:cubicBezTo>
                  <a:cubicBezTo>
                    <a:pt x="220" y="1567"/>
                    <a:pt x="176" y="1523"/>
                    <a:pt x="132" y="1464"/>
                  </a:cubicBezTo>
                  <a:cubicBezTo>
                    <a:pt x="74" y="1362"/>
                    <a:pt x="117" y="1113"/>
                    <a:pt x="117" y="879"/>
                  </a:cubicBezTo>
                  <a:cubicBezTo>
                    <a:pt x="117" y="396"/>
                    <a:pt x="117" y="0"/>
                    <a:pt x="7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7" name="Google Shape;1298;p49"/>
            <p:cNvSpPr/>
            <p:nvPr/>
          </p:nvSpPr>
          <p:spPr>
            <a:xfrm flipH="1">
              <a:off x="6171840" y="1281240"/>
              <a:ext cx="9000" cy="27720"/>
            </a:xfrm>
            <a:custGeom>
              <a:avLst/>
              <a:gdLst>
                <a:gd name="textAreaLeft" fmla="*/ -360 w 9000"/>
                <a:gd name="textAreaRight" fmla="*/ 9000 w 9000"/>
                <a:gd name="textAreaTop" fmla="*/ 0 h 27720"/>
                <a:gd name="textAreaBottom" fmla="*/ 28080 h 27720"/>
              </a:gdLst>
              <a:ahLst/>
              <a:cxnLst/>
              <a:rect l="textAreaLeft" t="textAreaTop" r="textAreaRight" b="textAreaBottom"/>
              <a:pathLst>
                <a:path w="133" h="396">
                  <a:moveTo>
                    <a:pt x="74" y="0"/>
                  </a:moveTo>
                  <a:cubicBezTo>
                    <a:pt x="45" y="0"/>
                    <a:pt x="16" y="88"/>
                    <a:pt x="16" y="205"/>
                  </a:cubicBezTo>
                  <a:cubicBezTo>
                    <a:pt x="1" y="308"/>
                    <a:pt x="16" y="395"/>
                    <a:pt x="59" y="395"/>
                  </a:cubicBezTo>
                  <a:cubicBezTo>
                    <a:pt x="74" y="395"/>
                    <a:pt x="118" y="308"/>
                    <a:pt x="118" y="205"/>
                  </a:cubicBezTo>
                  <a:cubicBezTo>
                    <a:pt x="133" y="88"/>
                    <a:pt x="118" y="0"/>
                    <a:pt x="7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8" name="Google Shape;1299;p49"/>
            <p:cNvSpPr/>
            <p:nvPr/>
          </p:nvSpPr>
          <p:spPr>
            <a:xfrm flipH="1">
              <a:off x="6295320" y="1280160"/>
              <a:ext cx="9000" cy="27720"/>
            </a:xfrm>
            <a:custGeom>
              <a:avLst/>
              <a:gdLst>
                <a:gd name="textAreaLeft" fmla="*/ -360 w 9000"/>
                <a:gd name="textAreaRight" fmla="*/ 9000 w 9000"/>
                <a:gd name="textAreaTop" fmla="*/ 0 h 27720"/>
                <a:gd name="textAreaBottom" fmla="*/ 28080 h 27720"/>
              </a:gdLst>
              <a:ahLst/>
              <a:cxnLst/>
              <a:rect l="textAreaLeft" t="textAreaTop" r="textAreaRight" b="textAreaBottom"/>
              <a:pathLst>
                <a:path w="133" h="396">
                  <a:moveTo>
                    <a:pt x="74" y="1"/>
                  </a:moveTo>
                  <a:cubicBezTo>
                    <a:pt x="45" y="1"/>
                    <a:pt x="30" y="74"/>
                    <a:pt x="30" y="191"/>
                  </a:cubicBezTo>
                  <a:cubicBezTo>
                    <a:pt x="1" y="308"/>
                    <a:pt x="30" y="396"/>
                    <a:pt x="59" y="396"/>
                  </a:cubicBezTo>
                  <a:cubicBezTo>
                    <a:pt x="74" y="396"/>
                    <a:pt x="118" y="308"/>
                    <a:pt x="118" y="191"/>
                  </a:cubicBezTo>
                  <a:cubicBezTo>
                    <a:pt x="133" y="88"/>
                    <a:pt x="118" y="1"/>
                    <a:pt x="7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9" name="Google Shape;1300;p49"/>
            <p:cNvSpPr/>
            <p:nvPr/>
          </p:nvSpPr>
          <p:spPr>
            <a:xfrm flipH="1">
              <a:off x="6093720" y="1478880"/>
              <a:ext cx="67320" cy="119160"/>
            </a:xfrm>
            <a:custGeom>
              <a:avLst/>
              <a:gdLst>
                <a:gd name="textAreaLeft" fmla="*/ -360 w 67320"/>
                <a:gd name="textAreaRight" fmla="*/ 67320 w 67320"/>
                <a:gd name="textAreaTop" fmla="*/ 0 h 119160"/>
                <a:gd name="textAreaBottom" fmla="*/ 119520 h 119160"/>
              </a:gdLst>
              <a:ahLst/>
              <a:cxnLst/>
              <a:rect l="textAreaLeft" t="textAreaTop" r="textAreaRight" b="textAreaBottom"/>
              <a:pathLst>
                <a:path w="952" h="1685">
                  <a:moveTo>
                    <a:pt x="937" y="1"/>
                  </a:moveTo>
                  <a:lnTo>
                    <a:pt x="937" y="1"/>
                  </a:lnTo>
                  <a:cubicBezTo>
                    <a:pt x="717" y="293"/>
                    <a:pt x="395" y="498"/>
                    <a:pt x="59" y="586"/>
                  </a:cubicBezTo>
                  <a:lnTo>
                    <a:pt x="29" y="586"/>
                  </a:lnTo>
                  <a:cubicBezTo>
                    <a:pt x="15" y="923"/>
                    <a:pt x="0" y="1143"/>
                    <a:pt x="59" y="1465"/>
                  </a:cubicBezTo>
                  <a:cubicBezTo>
                    <a:pt x="59" y="1479"/>
                    <a:pt x="103" y="1655"/>
                    <a:pt x="103" y="1684"/>
                  </a:cubicBezTo>
                  <a:cubicBezTo>
                    <a:pt x="103" y="1684"/>
                    <a:pt x="249" y="1626"/>
                    <a:pt x="351" y="1567"/>
                  </a:cubicBezTo>
                  <a:cubicBezTo>
                    <a:pt x="600" y="1421"/>
                    <a:pt x="791" y="1172"/>
                    <a:pt x="864" y="879"/>
                  </a:cubicBezTo>
                  <a:cubicBezTo>
                    <a:pt x="952" y="601"/>
                    <a:pt x="952" y="293"/>
                    <a:pt x="937"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59760" bIns="59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0" name="Google Shape;1301;p49"/>
            <p:cNvSpPr/>
            <p:nvPr/>
          </p:nvSpPr>
          <p:spPr>
            <a:xfrm flipH="1">
              <a:off x="5967720" y="1250280"/>
              <a:ext cx="56880" cy="75240"/>
            </a:xfrm>
            <a:custGeom>
              <a:avLst/>
              <a:gdLst>
                <a:gd name="textAreaLeft" fmla="*/ 360 w 56880"/>
                <a:gd name="textAreaRight" fmla="*/ 57600 w 56880"/>
                <a:gd name="textAreaTop" fmla="*/ 0 h 75240"/>
                <a:gd name="textAreaBottom" fmla="*/ 75600 h 75240"/>
              </a:gdLst>
              <a:ahLst/>
              <a:cxnLst/>
              <a:rect l="textAreaLeft" t="textAreaTop" r="textAreaRight" b="textAreaBottom"/>
              <a:pathLst>
                <a:path w="806" h="1063">
                  <a:moveTo>
                    <a:pt x="718" y="0"/>
                  </a:moveTo>
                  <a:cubicBezTo>
                    <a:pt x="718" y="0"/>
                    <a:pt x="630" y="0"/>
                    <a:pt x="498" y="59"/>
                  </a:cubicBezTo>
                  <a:cubicBezTo>
                    <a:pt x="366" y="102"/>
                    <a:pt x="205" y="234"/>
                    <a:pt x="103" y="454"/>
                  </a:cubicBezTo>
                  <a:lnTo>
                    <a:pt x="0" y="615"/>
                  </a:lnTo>
                  <a:lnTo>
                    <a:pt x="0" y="615"/>
                  </a:lnTo>
                  <a:lnTo>
                    <a:pt x="176" y="512"/>
                  </a:lnTo>
                  <a:cubicBezTo>
                    <a:pt x="185" y="507"/>
                    <a:pt x="194" y="502"/>
                    <a:pt x="203" y="496"/>
                  </a:cubicBezTo>
                  <a:lnTo>
                    <a:pt x="203" y="496"/>
                  </a:lnTo>
                  <a:lnTo>
                    <a:pt x="205" y="498"/>
                  </a:lnTo>
                  <a:cubicBezTo>
                    <a:pt x="206" y="497"/>
                    <a:pt x="206" y="495"/>
                    <a:pt x="207" y="494"/>
                  </a:cubicBezTo>
                  <a:lnTo>
                    <a:pt x="207" y="494"/>
                  </a:lnTo>
                  <a:cubicBezTo>
                    <a:pt x="270" y="456"/>
                    <a:pt x="333" y="420"/>
                    <a:pt x="396" y="395"/>
                  </a:cubicBezTo>
                  <a:cubicBezTo>
                    <a:pt x="413" y="391"/>
                    <a:pt x="431" y="389"/>
                    <a:pt x="448" y="389"/>
                  </a:cubicBezTo>
                  <a:cubicBezTo>
                    <a:pt x="542" y="389"/>
                    <a:pt x="620" y="455"/>
                    <a:pt x="645" y="542"/>
                  </a:cubicBezTo>
                  <a:cubicBezTo>
                    <a:pt x="689" y="644"/>
                    <a:pt x="645" y="747"/>
                    <a:pt x="615" y="820"/>
                  </a:cubicBezTo>
                  <a:cubicBezTo>
                    <a:pt x="513" y="981"/>
                    <a:pt x="410" y="1039"/>
                    <a:pt x="425" y="1054"/>
                  </a:cubicBezTo>
                  <a:cubicBezTo>
                    <a:pt x="425" y="1060"/>
                    <a:pt x="430" y="1063"/>
                    <a:pt x="438" y="1063"/>
                  </a:cubicBezTo>
                  <a:cubicBezTo>
                    <a:pt x="475" y="1063"/>
                    <a:pt x="584" y="1009"/>
                    <a:pt x="703" y="878"/>
                  </a:cubicBezTo>
                  <a:cubicBezTo>
                    <a:pt x="762" y="805"/>
                    <a:pt x="806" y="659"/>
                    <a:pt x="762" y="527"/>
                  </a:cubicBezTo>
                  <a:cubicBezTo>
                    <a:pt x="732" y="454"/>
                    <a:pt x="703" y="395"/>
                    <a:pt x="630" y="351"/>
                  </a:cubicBezTo>
                  <a:cubicBezTo>
                    <a:pt x="575" y="318"/>
                    <a:pt x="512" y="302"/>
                    <a:pt x="453" y="302"/>
                  </a:cubicBezTo>
                  <a:cubicBezTo>
                    <a:pt x="433" y="302"/>
                    <a:pt x="414" y="304"/>
                    <a:pt x="396" y="307"/>
                  </a:cubicBezTo>
                  <a:cubicBezTo>
                    <a:pt x="358" y="312"/>
                    <a:pt x="324" y="322"/>
                    <a:pt x="294" y="334"/>
                  </a:cubicBezTo>
                  <a:lnTo>
                    <a:pt x="294" y="334"/>
                  </a:lnTo>
                  <a:cubicBezTo>
                    <a:pt x="369" y="230"/>
                    <a:pt x="462" y="152"/>
                    <a:pt x="542" y="102"/>
                  </a:cubicBezTo>
                  <a:cubicBezTo>
                    <a:pt x="645" y="29"/>
                    <a:pt x="718" y="15"/>
                    <a:pt x="71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7800" bIns="37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1" name="Google Shape;1302;p49"/>
            <p:cNvSpPr/>
            <p:nvPr/>
          </p:nvSpPr>
          <p:spPr>
            <a:xfrm flipH="1">
              <a:off x="6185880" y="1384200"/>
              <a:ext cx="64080" cy="51840"/>
            </a:xfrm>
            <a:custGeom>
              <a:avLst/>
              <a:gdLst>
                <a:gd name="textAreaLeft" fmla="*/ 360 w 64080"/>
                <a:gd name="textAreaRight" fmla="*/ 64800 w 64080"/>
                <a:gd name="textAreaTop" fmla="*/ 0 h 51840"/>
                <a:gd name="textAreaBottom" fmla="*/ 52200 h 51840"/>
              </a:gdLst>
              <a:ahLst/>
              <a:cxnLst/>
              <a:rect l="textAreaLeft" t="textAreaTop" r="textAreaRight" b="textAreaBottom"/>
              <a:pathLst>
                <a:path w="909" h="736">
                  <a:moveTo>
                    <a:pt x="879" y="1"/>
                  </a:moveTo>
                  <a:cubicBezTo>
                    <a:pt x="864" y="1"/>
                    <a:pt x="864" y="74"/>
                    <a:pt x="820" y="176"/>
                  </a:cubicBezTo>
                  <a:cubicBezTo>
                    <a:pt x="806" y="293"/>
                    <a:pt x="718" y="410"/>
                    <a:pt x="586" y="528"/>
                  </a:cubicBezTo>
                  <a:cubicBezTo>
                    <a:pt x="455" y="630"/>
                    <a:pt x="293" y="674"/>
                    <a:pt x="176" y="674"/>
                  </a:cubicBezTo>
                  <a:cubicBezTo>
                    <a:pt x="108" y="674"/>
                    <a:pt x="53" y="667"/>
                    <a:pt x="23" y="667"/>
                  </a:cubicBezTo>
                  <a:cubicBezTo>
                    <a:pt x="9" y="667"/>
                    <a:pt x="1" y="669"/>
                    <a:pt x="1" y="674"/>
                  </a:cubicBezTo>
                  <a:cubicBezTo>
                    <a:pt x="1" y="689"/>
                    <a:pt x="59" y="732"/>
                    <a:pt x="176" y="732"/>
                  </a:cubicBezTo>
                  <a:cubicBezTo>
                    <a:pt x="191" y="734"/>
                    <a:pt x="207" y="735"/>
                    <a:pt x="223" y="735"/>
                  </a:cubicBezTo>
                  <a:cubicBezTo>
                    <a:pt x="337" y="735"/>
                    <a:pt x="491" y="690"/>
                    <a:pt x="645" y="601"/>
                  </a:cubicBezTo>
                  <a:cubicBezTo>
                    <a:pt x="806" y="484"/>
                    <a:pt x="879" y="323"/>
                    <a:pt x="894" y="191"/>
                  </a:cubicBezTo>
                  <a:cubicBezTo>
                    <a:pt x="908" y="74"/>
                    <a:pt x="894" y="1"/>
                    <a:pt x="87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2" name="Google Shape;1303;p49"/>
            <p:cNvSpPr/>
            <p:nvPr/>
          </p:nvSpPr>
          <p:spPr>
            <a:xfrm flipH="1">
              <a:off x="6168240" y="1378080"/>
              <a:ext cx="33840" cy="21240"/>
            </a:xfrm>
            <a:custGeom>
              <a:avLst/>
              <a:gdLst>
                <a:gd name="textAreaLeft" fmla="*/ 360 w 33840"/>
                <a:gd name="textAreaRight" fmla="*/ 34560 w 33840"/>
                <a:gd name="textAreaTop" fmla="*/ 0 h 21240"/>
                <a:gd name="textAreaBottom" fmla="*/ 21600 h 21240"/>
              </a:gdLst>
              <a:ahLst/>
              <a:cxnLst/>
              <a:rect l="textAreaLeft" t="textAreaTop" r="textAreaRight" b="textAreaBottom"/>
              <a:pathLst>
                <a:path w="484" h="306">
                  <a:moveTo>
                    <a:pt x="146" y="0"/>
                  </a:moveTo>
                  <a:cubicBezTo>
                    <a:pt x="125" y="0"/>
                    <a:pt x="105" y="4"/>
                    <a:pt x="88" y="12"/>
                  </a:cubicBezTo>
                  <a:cubicBezTo>
                    <a:pt x="15" y="27"/>
                    <a:pt x="0" y="42"/>
                    <a:pt x="0" y="56"/>
                  </a:cubicBezTo>
                  <a:cubicBezTo>
                    <a:pt x="0" y="86"/>
                    <a:pt x="132" y="56"/>
                    <a:pt x="264" y="115"/>
                  </a:cubicBezTo>
                  <a:cubicBezTo>
                    <a:pt x="381" y="188"/>
                    <a:pt x="425" y="305"/>
                    <a:pt x="454" y="305"/>
                  </a:cubicBezTo>
                  <a:cubicBezTo>
                    <a:pt x="483" y="305"/>
                    <a:pt x="483" y="261"/>
                    <a:pt x="454" y="203"/>
                  </a:cubicBezTo>
                  <a:cubicBezTo>
                    <a:pt x="439" y="159"/>
                    <a:pt x="381" y="86"/>
                    <a:pt x="308" y="42"/>
                  </a:cubicBezTo>
                  <a:cubicBezTo>
                    <a:pt x="256" y="21"/>
                    <a:pt x="197" y="0"/>
                    <a:pt x="14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3" name="Google Shape;1304;p49"/>
            <p:cNvSpPr/>
            <p:nvPr/>
          </p:nvSpPr>
          <p:spPr>
            <a:xfrm flipH="1">
              <a:off x="5636880" y="2610720"/>
              <a:ext cx="780480" cy="83880"/>
            </a:xfrm>
            <a:custGeom>
              <a:avLst/>
              <a:gdLst>
                <a:gd name="textAreaLeft" fmla="*/ 360 w 780480"/>
                <a:gd name="textAreaRight" fmla="*/ 781200 w 780480"/>
                <a:gd name="textAreaTop" fmla="*/ 0 h 83880"/>
                <a:gd name="textAreaBottom" fmla="*/ 84240 h 83880"/>
              </a:gdLst>
              <a:ahLst/>
              <a:cxnLst/>
              <a:rect l="textAreaLeft" t="textAreaTop" r="textAreaRight" b="textAreaBottom"/>
              <a:pathLst>
                <a:path w="10995" h="1188">
                  <a:moveTo>
                    <a:pt x="7423" y="0"/>
                  </a:moveTo>
                  <a:lnTo>
                    <a:pt x="7408" y="30"/>
                  </a:lnTo>
                  <a:cubicBezTo>
                    <a:pt x="6969" y="440"/>
                    <a:pt x="6325" y="732"/>
                    <a:pt x="5637" y="908"/>
                  </a:cubicBezTo>
                  <a:cubicBezTo>
                    <a:pt x="5027" y="1035"/>
                    <a:pt x="4427" y="1098"/>
                    <a:pt x="3864" y="1098"/>
                  </a:cubicBezTo>
                  <a:cubicBezTo>
                    <a:pt x="3710" y="1098"/>
                    <a:pt x="3559" y="1093"/>
                    <a:pt x="3412" y="1084"/>
                  </a:cubicBezTo>
                  <a:cubicBezTo>
                    <a:pt x="2738" y="1055"/>
                    <a:pt x="2138" y="923"/>
                    <a:pt x="1626" y="806"/>
                  </a:cubicBezTo>
                  <a:cubicBezTo>
                    <a:pt x="1113" y="703"/>
                    <a:pt x="703" y="571"/>
                    <a:pt x="440" y="498"/>
                  </a:cubicBezTo>
                  <a:cubicBezTo>
                    <a:pt x="294" y="469"/>
                    <a:pt x="191" y="425"/>
                    <a:pt x="103" y="410"/>
                  </a:cubicBezTo>
                  <a:cubicBezTo>
                    <a:pt x="30" y="396"/>
                    <a:pt x="1" y="396"/>
                    <a:pt x="1" y="396"/>
                  </a:cubicBezTo>
                  <a:lnTo>
                    <a:pt x="1" y="396"/>
                  </a:lnTo>
                  <a:cubicBezTo>
                    <a:pt x="1" y="396"/>
                    <a:pt x="30" y="410"/>
                    <a:pt x="103" y="425"/>
                  </a:cubicBezTo>
                  <a:cubicBezTo>
                    <a:pt x="176" y="469"/>
                    <a:pt x="294" y="498"/>
                    <a:pt x="411" y="542"/>
                  </a:cubicBezTo>
                  <a:cubicBezTo>
                    <a:pt x="689" y="630"/>
                    <a:pt x="1099" y="762"/>
                    <a:pt x="1611" y="879"/>
                  </a:cubicBezTo>
                  <a:cubicBezTo>
                    <a:pt x="2123" y="1011"/>
                    <a:pt x="2724" y="1142"/>
                    <a:pt x="3412" y="1172"/>
                  </a:cubicBezTo>
                  <a:cubicBezTo>
                    <a:pt x="3574" y="1182"/>
                    <a:pt x="3741" y="1187"/>
                    <a:pt x="3911" y="1187"/>
                  </a:cubicBezTo>
                  <a:cubicBezTo>
                    <a:pt x="4461" y="1187"/>
                    <a:pt x="5048" y="1130"/>
                    <a:pt x="5652" y="996"/>
                  </a:cubicBezTo>
                  <a:cubicBezTo>
                    <a:pt x="6320" y="811"/>
                    <a:pt x="6961" y="530"/>
                    <a:pt x="7426" y="111"/>
                  </a:cubicBezTo>
                  <a:lnTo>
                    <a:pt x="7426" y="111"/>
                  </a:lnTo>
                  <a:cubicBezTo>
                    <a:pt x="8318" y="522"/>
                    <a:pt x="9173" y="738"/>
                    <a:pt x="9825" y="738"/>
                  </a:cubicBezTo>
                  <a:cubicBezTo>
                    <a:pt x="9885" y="738"/>
                    <a:pt x="9943" y="736"/>
                    <a:pt x="9999" y="732"/>
                  </a:cubicBezTo>
                  <a:cubicBezTo>
                    <a:pt x="10351" y="718"/>
                    <a:pt x="10585" y="586"/>
                    <a:pt x="10761" y="513"/>
                  </a:cubicBezTo>
                  <a:cubicBezTo>
                    <a:pt x="10849" y="484"/>
                    <a:pt x="10907" y="440"/>
                    <a:pt x="10936" y="425"/>
                  </a:cubicBezTo>
                  <a:cubicBezTo>
                    <a:pt x="10980" y="410"/>
                    <a:pt x="10995" y="396"/>
                    <a:pt x="10995" y="396"/>
                  </a:cubicBezTo>
                  <a:cubicBezTo>
                    <a:pt x="10995" y="390"/>
                    <a:pt x="10992" y="388"/>
                    <a:pt x="10987" y="388"/>
                  </a:cubicBezTo>
                  <a:cubicBezTo>
                    <a:pt x="10961" y="388"/>
                    <a:pt x="10881" y="438"/>
                    <a:pt x="10761" y="498"/>
                  </a:cubicBezTo>
                  <a:cubicBezTo>
                    <a:pt x="10585" y="557"/>
                    <a:pt x="10351" y="659"/>
                    <a:pt x="10029" y="689"/>
                  </a:cubicBezTo>
                  <a:cubicBezTo>
                    <a:pt x="10008" y="689"/>
                    <a:pt x="9987" y="689"/>
                    <a:pt x="9966" y="689"/>
                  </a:cubicBezTo>
                  <a:cubicBezTo>
                    <a:pt x="9312" y="689"/>
                    <a:pt x="8417" y="469"/>
                    <a:pt x="7467" y="30"/>
                  </a:cubicBezTo>
                  <a:lnTo>
                    <a:pt x="7423" y="0"/>
                  </a:ln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42120" bIns="42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4" name="Google Shape;1305;p49"/>
            <p:cNvSpPr/>
            <p:nvPr/>
          </p:nvSpPr>
          <p:spPr>
            <a:xfrm flipH="1">
              <a:off x="5889600" y="2064240"/>
              <a:ext cx="59040" cy="564120"/>
            </a:xfrm>
            <a:custGeom>
              <a:avLst/>
              <a:gdLst>
                <a:gd name="textAreaLeft" fmla="*/ 360 w 59040"/>
                <a:gd name="textAreaRight" fmla="*/ 59760 w 59040"/>
                <a:gd name="textAreaTop" fmla="*/ 0 h 564120"/>
                <a:gd name="textAreaBottom" fmla="*/ 564480 h 564120"/>
              </a:gdLst>
              <a:ahLst/>
              <a:cxnLst/>
              <a:rect l="textAreaLeft" t="textAreaTop" r="textAreaRight" b="textAreaBottom"/>
              <a:pathLst>
                <a:path w="835" h="7950">
                  <a:moveTo>
                    <a:pt x="15" y="1"/>
                  </a:moveTo>
                  <a:cubicBezTo>
                    <a:pt x="0" y="1"/>
                    <a:pt x="15" y="118"/>
                    <a:pt x="29" y="323"/>
                  </a:cubicBezTo>
                  <a:cubicBezTo>
                    <a:pt x="59" y="528"/>
                    <a:pt x="88" y="821"/>
                    <a:pt x="132" y="1157"/>
                  </a:cubicBezTo>
                  <a:cubicBezTo>
                    <a:pt x="205" y="1875"/>
                    <a:pt x="322" y="2855"/>
                    <a:pt x="439" y="3953"/>
                  </a:cubicBezTo>
                  <a:cubicBezTo>
                    <a:pt x="542" y="5051"/>
                    <a:pt x="644" y="6062"/>
                    <a:pt x="717" y="6779"/>
                  </a:cubicBezTo>
                  <a:cubicBezTo>
                    <a:pt x="732" y="7130"/>
                    <a:pt x="761" y="7423"/>
                    <a:pt x="791" y="7643"/>
                  </a:cubicBezTo>
                  <a:cubicBezTo>
                    <a:pt x="805" y="7848"/>
                    <a:pt x="820" y="7950"/>
                    <a:pt x="820" y="7950"/>
                  </a:cubicBezTo>
                  <a:cubicBezTo>
                    <a:pt x="835" y="7950"/>
                    <a:pt x="835" y="7848"/>
                    <a:pt x="835" y="7643"/>
                  </a:cubicBezTo>
                  <a:cubicBezTo>
                    <a:pt x="820" y="7438"/>
                    <a:pt x="805" y="7145"/>
                    <a:pt x="791" y="6779"/>
                  </a:cubicBezTo>
                  <a:cubicBezTo>
                    <a:pt x="747" y="6047"/>
                    <a:pt x="659" y="5051"/>
                    <a:pt x="542" y="3953"/>
                  </a:cubicBezTo>
                  <a:cubicBezTo>
                    <a:pt x="439" y="2855"/>
                    <a:pt x="308" y="1875"/>
                    <a:pt x="205" y="1157"/>
                  </a:cubicBezTo>
                  <a:cubicBezTo>
                    <a:pt x="147" y="821"/>
                    <a:pt x="103" y="528"/>
                    <a:pt x="73" y="323"/>
                  </a:cubicBezTo>
                  <a:cubicBezTo>
                    <a:pt x="59" y="118"/>
                    <a:pt x="15" y="1"/>
                    <a:pt x="15"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5" name="Google Shape;1306;p49"/>
            <p:cNvSpPr/>
            <p:nvPr/>
          </p:nvSpPr>
          <p:spPr>
            <a:xfrm flipH="1">
              <a:off x="5865120" y="1543320"/>
              <a:ext cx="83880" cy="431280"/>
            </a:xfrm>
            <a:custGeom>
              <a:avLst/>
              <a:gdLst>
                <a:gd name="textAreaLeft" fmla="*/ -360 w 83880"/>
                <a:gd name="textAreaRight" fmla="*/ 83880 w 83880"/>
                <a:gd name="textAreaTop" fmla="*/ 0 h 431280"/>
                <a:gd name="textAreaBottom" fmla="*/ 431640 h 431280"/>
              </a:gdLst>
              <a:ahLst/>
              <a:cxnLst/>
              <a:rect l="textAreaLeft" t="textAreaTop" r="textAreaRight" b="textAreaBottom"/>
              <a:pathLst>
                <a:path w="1187" h="6076">
                  <a:moveTo>
                    <a:pt x="0" y="0"/>
                  </a:moveTo>
                  <a:lnTo>
                    <a:pt x="0" y="6076"/>
                  </a:lnTo>
                  <a:cubicBezTo>
                    <a:pt x="0" y="6076"/>
                    <a:pt x="1186" y="2518"/>
                    <a:pt x="923" y="1874"/>
                  </a:cubicBezTo>
                  <a:cubicBezTo>
                    <a:pt x="689" y="1245"/>
                    <a:pt x="0" y="0"/>
                    <a:pt x="0"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6" name="Google Shape;1307;p49"/>
            <p:cNvSpPr/>
            <p:nvPr/>
          </p:nvSpPr>
          <p:spPr>
            <a:xfrm flipH="1">
              <a:off x="5996880" y="1560960"/>
              <a:ext cx="272160" cy="431280"/>
            </a:xfrm>
            <a:custGeom>
              <a:avLst/>
              <a:gdLst>
                <a:gd name="textAreaLeft" fmla="*/ 360 w 272160"/>
                <a:gd name="textAreaRight" fmla="*/ 272880 w 272160"/>
                <a:gd name="textAreaTop" fmla="*/ 0 h 431280"/>
                <a:gd name="textAreaBottom" fmla="*/ 431640 h 431280"/>
              </a:gdLst>
              <a:ahLst/>
              <a:cxnLst/>
              <a:rect l="textAreaLeft" t="textAreaTop" r="textAreaRight" b="textAreaBottom"/>
              <a:pathLst>
                <a:path w="3836" h="6076">
                  <a:moveTo>
                    <a:pt x="688" y="0"/>
                  </a:moveTo>
                  <a:cubicBezTo>
                    <a:pt x="542" y="30"/>
                    <a:pt x="0" y="2167"/>
                    <a:pt x="556" y="2811"/>
                  </a:cubicBezTo>
                  <a:cubicBezTo>
                    <a:pt x="1171" y="3528"/>
                    <a:pt x="3836" y="6076"/>
                    <a:pt x="3836" y="6076"/>
                  </a:cubicBezTo>
                  <a:lnTo>
                    <a:pt x="688" y="0"/>
                  </a:ln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7" name="Google Shape;1308;p49"/>
            <p:cNvSpPr/>
            <p:nvPr/>
          </p:nvSpPr>
          <p:spPr>
            <a:xfrm flipH="1">
              <a:off x="6130080" y="2746080"/>
              <a:ext cx="175320" cy="125640"/>
            </a:xfrm>
            <a:custGeom>
              <a:avLst/>
              <a:gdLst>
                <a:gd name="textAreaLeft" fmla="*/ -360 w 175320"/>
                <a:gd name="textAreaRight" fmla="*/ 175320 w 175320"/>
                <a:gd name="textAreaTop" fmla="*/ 0 h 125640"/>
                <a:gd name="textAreaBottom" fmla="*/ 126000 h 125640"/>
              </a:gdLst>
              <a:ahLst/>
              <a:cxnLst/>
              <a:rect l="textAreaLeft" t="textAreaTop" r="textAreaRight" b="textAreaBottom"/>
              <a:pathLst>
                <a:path w="2475" h="1774">
                  <a:moveTo>
                    <a:pt x="2455" y="0"/>
                  </a:moveTo>
                  <a:cubicBezTo>
                    <a:pt x="2404" y="0"/>
                    <a:pt x="2040" y="576"/>
                    <a:pt x="1376" y="1056"/>
                  </a:cubicBezTo>
                  <a:cubicBezTo>
                    <a:pt x="674" y="1569"/>
                    <a:pt x="0" y="1730"/>
                    <a:pt x="15" y="1774"/>
                  </a:cubicBezTo>
                  <a:cubicBezTo>
                    <a:pt x="15" y="1774"/>
                    <a:pt x="205" y="1759"/>
                    <a:pt x="454" y="1657"/>
                  </a:cubicBezTo>
                  <a:cubicBezTo>
                    <a:pt x="732" y="1569"/>
                    <a:pt x="1083" y="1408"/>
                    <a:pt x="1420" y="1144"/>
                  </a:cubicBezTo>
                  <a:cubicBezTo>
                    <a:pt x="1772" y="895"/>
                    <a:pt x="2050" y="602"/>
                    <a:pt x="2211" y="383"/>
                  </a:cubicBezTo>
                  <a:cubicBezTo>
                    <a:pt x="2386" y="163"/>
                    <a:pt x="2474" y="2"/>
                    <a:pt x="2460" y="2"/>
                  </a:cubicBezTo>
                  <a:cubicBezTo>
                    <a:pt x="2459" y="1"/>
                    <a:pt x="2457" y="0"/>
                    <a:pt x="2455"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63000" bIns="63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8" name="Google Shape;1309;p49"/>
            <p:cNvSpPr/>
            <p:nvPr/>
          </p:nvSpPr>
          <p:spPr>
            <a:xfrm flipH="1">
              <a:off x="5465520" y="2832480"/>
              <a:ext cx="754560" cy="1900440"/>
            </a:xfrm>
            <a:custGeom>
              <a:avLst/>
              <a:gdLst>
                <a:gd name="textAreaLeft" fmla="*/ 360 w 754560"/>
                <a:gd name="textAreaRight" fmla="*/ 755280 w 754560"/>
                <a:gd name="textAreaTop" fmla="*/ 0 h 1900440"/>
                <a:gd name="textAreaBottom" fmla="*/ 1900800 h 1900440"/>
              </a:gdLst>
              <a:ahLst/>
              <a:cxnLst/>
              <a:rect l="textAreaLeft" t="textAreaTop" r="textAreaRight" b="textAreaBottom"/>
              <a:pathLst>
                <a:path w="10629" h="26762">
                  <a:moveTo>
                    <a:pt x="0" y="0"/>
                  </a:moveTo>
                  <a:lnTo>
                    <a:pt x="0" y="74"/>
                  </a:lnTo>
                  <a:cubicBezTo>
                    <a:pt x="15" y="132"/>
                    <a:pt x="15" y="205"/>
                    <a:pt x="30" y="293"/>
                  </a:cubicBezTo>
                  <a:cubicBezTo>
                    <a:pt x="73" y="498"/>
                    <a:pt x="103" y="776"/>
                    <a:pt x="161" y="1142"/>
                  </a:cubicBezTo>
                  <a:cubicBezTo>
                    <a:pt x="176" y="1318"/>
                    <a:pt x="220" y="1523"/>
                    <a:pt x="249" y="1742"/>
                  </a:cubicBezTo>
                  <a:cubicBezTo>
                    <a:pt x="293" y="1962"/>
                    <a:pt x="337" y="2196"/>
                    <a:pt x="395" y="2460"/>
                  </a:cubicBezTo>
                  <a:cubicBezTo>
                    <a:pt x="483" y="2958"/>
                    <a:pt x="600" y="3543"/>
                    <a:pt x="761" y="4173"/>
                  </a:cubicBezTo>
                  <a:cubicBezTo>
                    <a:pt x="835" y="4509"/>
                    <a:pt x="908" y="4831"/>
                    <a:pt x="996" y="5183"/>
                  </a:cubicBezTo>
                  <a:cubicBezTo>
                    <a:pt x="1098" y="5534"/>
                    <a:pt x="1186" y="5900"/>
                    <a:pt x="1289" y="6266"/>
                  </a:cubicBezTo>
                  <a:cubicBezTo>
                    <a:pt x="1493" y="7013"/>
                    <a:pt x="1757" y="7803"/>
                    <a:pt x="2006" y="8623"/>
                  </a:cubicBezTo>
                  <a:cubicBezTo>
                    <a:pt x="2562" y="10277"/>
                    <a:pt x="3221" y="12049"/>
                    <a:pt x="3997" y="13893"/>
                  </a:cubicBezTo>
                  <a:cubicBezTo>
                    <a:pt x="4787" y="15723"/>
                    <a:pt x="5607" y="17451"/>
                    <a:pt x="6383" y="19002"/>
                  </a:cubicBezTo>
                  <a:cubicBezTo>
                    <a:pt x="7144" y="20554"/>
                    <a:pt x="7876" y="21930"/>
                    <a:pt x="8520" y="23087"/>
                  </a:cubicBezTo>
                  <a:cubicBezTo>
                    <a:pt x="9150" y="24229"/>
                    <a:pt x="9677" y="25151"/>
                    <a:pt x="10043" y="25795"/>
                  </a:cubicBezTo>
                  <a:cubicBezTo>
                    <a:pt x="10219" y="26103"/>
                    <a:pt x="10365" y="26351"/>
                    <a:pt x="10467" y="26527"/>
                  </a:cubicBezTo>
                  <a:cubicBezTo>
                    <a:pt x="10497" y="26600"/>
                    <a:pt x="10541" y="26644"/>
                    <a:pt x="10570" y="26703"/>
                  </a:cubicBezTo>
                  <a:cubicBezTo>
                    <a:pt x="10585" y="26747"/>
                    <a:pt x="10614" y="26761"/>
                    <a:pt x="10614" y="26761"/>
                  </a:cubicBezTo>
                  <a:cubicBezTo>
                    <a:pt x="10614" y="26761"/>
                    <a:pt x="10585" y="26747"/>
                    <a:pt x="10628" y="26688"/>
                  </a:cubicBezTo>
                  <a:cubicBezTo>
                    <a:pt x="10585" y="26630"/>
                    <a:pt x="10555" y="26556"/>
                    <a:pt x="10511" y="26483"/>
                  </a:cubicBezTo>
                  <a:cubicBezTo>
                    <a:pt x="10424" y="26322"/>
                    <a:pt x="10292" y="26059"/>
                    <a:pt x="10116" y="25751"/>
                  </a:cubicBezTo>
                  <a:cubicBezTo>
                    <a:pt x="9765" y="25107"/>
                    <a:pt x="9252" y="24185"/>
                    <a:pt x="8638" y="23028"/>
                  </a:cubicBezTo>
                  <a:cubicBezTo>
                    <a:pt x="8008" y="21872"/>
                    <a:pt x="7276" y="20496"/>
                    <a:pt x="6515" y="18944"/>
                  </a:cubicBezTo>
                  <a:cubicBezTo>
                    <a:pt x="5739" y="17392"/>
                    <a:pt x="4919" y="15665"/>
                    <a:pt x="4129" y="13835"/>
                  </a:cubicBezTo>
                  <a:cubicBezTo>
                    <a:pt x="3338" y="11990"/>
                    <a:pt x="2665" y="10219"/>
                    <a:pt x="2123" y="8564"/>
                  </a:cubicBezTo>
                  <a:cubicBezTo>
                    <a:pt x="1845" y="7745"/>
                    <a:pt x="1581" y="6983"/>
                    <a:pt x="1391" y="6222"/>
                  </a:cubicBezTo>
                  <a:cubicBezTo>
                    <a:pt x="1289" y="5842"/>
                    <a:pt x="1186" y="5490"/>
                    <a:pt x="1098" y="5153"/>
                  </a:cubicBezTo>
                  <a:cubicBezTo>
                    <a:pt x="996" y="4817"/>
                    <a:pt x="908" y="4465"/>
                    <a:pt x="835" y="4158"/>
                  </a:cubicBezTo>
                  <a:cubicBezTo>
                    <a:pt x="674" y="3543"/>
                    <a:pt x="557" y="2958"/>
                    <a:pt x="454" y="2445"/>
                  </a:cubicBezTo>
                  <a:cubicBezTo>
                    <a:pt x="395" y="2182"/>
                    <a:pt x="337" y="1947"/>
                    <a:pt x="308" y="1728"/>
                  </a:cubicBezTo>
                  <a:cubicBezTo>
                    <a:pt x="264" y="1508"/>
                    <a:pt x="234" y="1303"/>
                    <a:pt x="191" y="1128"/>
                  </a:cubicBezTo>
                  <a:cubicBezTo>
                    <a:pt x="147" y="776"/>
                    <a:pt x="88" y="498"/>
                    <a:pt x="44" y="293"/>
                  </a:cubicBezTo>
                  <a:cubicBezTo>
                    <a:pt x="30" y="205"/>
                    <a:pt x="30" y="132"/>
                    <a:pt x="15" y="74"/>
                  </a:cubicBezTo>
                  <a:cubicBezTo>
                    <a:pt x="0" y="30"/>
                    <a:pt x="0" y="0"/>
                    <a:pt x="0"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9" name="Google Shape;1310;p49"/>
            <p:cNvSpPr/>
            <p:nvPr/>
          </p:nvSpPr>
          <p:spPr>
            <a:xfrm flipH="1">
              <a:off x="6258600" y="1720080"/>
              <a:ext cx="501840" cy="1440720"/>
            </a:xfrm>
            <a:custGeom>
              <a:avLst/>
              <a:gdLst>
                <a:gd name="textAreaLeft" fmla="*/ 360 w 501840"/>
                <a:gd name="textAreaRight" fmla="*/ 502560 w 501840"/>
                <a:gd name="textAreaTop" fmla="*/ 0 h 1440720"/>
                <a:gd name="textAreaBottom" fmla="*/ 1441080 h 1440720"/>
              </a:gdLst>
              <a:ahLst/>
              <a:cxnLst/>
              <a:rect l="textAreaLeft" t="textAreaTop" r="textAreaRight" b="textAreaBottom"/>
              <a:pathLst>
                <a:path w="7072" h="20291">
                  <a:moveTo>
                    <a:pt x="3953" y="0"/>
                  </a:moveTo>
                  <a:cubicBezTo>
                    <a:pt x="3953" y="0"/>
                    <a:pt x="1948" y="5768"/>
                    <a:pt x="1172" y="9150"/>
                  </a:cubicBezTo>
                  <a:cubicBezTo>
                    <a:pt x="264" y="13117"/>
                    <a:pt x="1" y="18519"/>
                    <a:pt x="1" y="18519"/>
                  </a:cubicBezTo>
                  <a:lnTo>
                    <a:pt x="3046" y="20290"/>
                  </a:lnTo>
                  <a:cubicBezTo>
                    <a:pt x="3046" y="20290"/>
                    <a:pt x="4393" y="11638"/>
                    <a:pt x="4715" y="10453"/>
                  </a:cubicBezTo>
                  <a:cubicBezTo>
                    <a:pt x="4978" y="9486"/>
                    <a:pt x="5783" y="6807"/>
                    <a:pt x="6471" y="4538"/>
                  </a:cubicBezTo>
                  <a:cubicBezTo>
                    <a:pt x="7072" y="2591"/>
                    <a:pt x="5930" y="512"/>
                    <a:pt x="395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0" name="Google Shape;1311;p49"/>
            <p:cNvSpPr/>
            <p:nvPr/>
          </p:nvSpPr>
          <p:spPr>
            <a:xfrm flipH="1">
              <a:off x="6305760" y="1713960"/>
              <a:ext cx="182880" cy="705240"/>
            </a:xfrm>
            <a:custGeom>
              <a:avLst/>
              <a:gdLst>
                <a:gd name="textAreaLeft" fmla="*/ 360 w 182880"/>
                <a:gd name="textAreaRight" fmla="*/ 183600 w 182880"/>
                <a:gd name="textAreaTop" fmla="*/ 0 h 705240"/>
                <a:gd name="textAreaBottom" fmla="*/ 705600 h 705240"/>
              </a:gdLst>
              <a:ahLst/>
              <a:cxnLst/>
              <a:rect l="textAreaLeft" t="textAreaTop" r="textAreaRight" b="textAreaBottom"/>
              <a:pathLst>
                <a:path w="2578" h="9937">
                  <a:moveTo>
                    <a:pt x="651" y="0"/>
                  </a:moveTo>
                  <a:cubicBezTo>
                    <a:pt x="574" y="0"/>
                    <a:pt x="503" y="5"/>
                    <a:pt x="440" y="11"/>
                  </a:cubicBezTo>
                  <a:cubicBezTo>
                    <a:pt x="147" y="55"/>
                    <a:pt x="1" y="143"/>
                    <a:pt x="1" y="143"/>
                  </a:cubicBezTo>
                  <a:cubicBezTo>
                    <a:pt x="2" y="144"/>
                    <a:pt x="4" y="145"/>
                    <a:pt x="8" y="145"/>
                  </a:cubicBezTo>
                  <a:cubicBezTo>
                    <a:pt x="43" y="145"/>
                    <a:pt x="188" y="81"/>
                    <a:pt x="455" y="55"/>
                  </a:cubicBezTo>
                  <a:cubicBezTo>
                    <a:pt x="492" y="53"/>
                    <a:pt x="532" y="52"/>
                    <a:pt x="574" y="52"/>
                  </a:cubicBezTo>
                  <a:cubicBezTo>
                    <a:pt x="860" y="52"/>
                    <a:pt x="1245" y="105"/>
                    <a:pt x="1640" y="348"/>
                  </a:cubicBezTo>
                  <a:cubicBezTo>
                    <a:pt x="1860" y="479"/>
                    <a:pt x="2080" y="670"/>
                    <a:pt x="2241" y="933"/>
                  </a:cubicBezTo>
                  <a:cubicBezTo>
                    <a:pt x="2416" y="1182"/>
                    <a:pt x="2504" y="1519"/>
                    <a:pt x="2504" y="1870"/>
                  </a:cubicBezTo>
                  <a:cubicBezTo>
                    <a:pt x="2519" y="2207"/>
                    <a:pt x="2446" y="2558"/>
                    <a:pt x="2372" y="2939"/>
                  </a:cubicBezTo>
                  <a:cubicBezTo>
                    <a:pt x="2299" y="3334"/>
                    <a:pt x="2226" y="3715"/>
                    <a:pt x="2153" y="4110"/>
                  </a:cubicBezTo>
                  <a:cubicBezTo>
                    <a:pt x="1845" y="5706"/>
                    <a:pt x="1567" y="7155"/>
                    <a:pt x="1362" y="8209"/>
                  </a:cubicBezTo>
                  <a:cubicBezTo>
                    <a:pt x="1274" y="8721"/>
                    <a:pt x="1201" y="9146"/>
                    <a:pt x="1143" y="9453"/>
                  </a:cubicBezTo>
                  <a:cubicBezTo>
                    <a:pt x="1133" y="9548"/>
                    <a:pt x="1124" y="9631"/>
                    <a:pt x="1114" y="9701"/>
                  </a:cubicBezTo>
                  <a:lnTo>
                    <a:pt x="1114" y="9701"/>
                  </a:lnTo>
                  <a:cubicBezTo>
                    <a:pt x="1126" y="9630"/>
                    <a:pt x="1142" y="9542"/>
                    <a:pt x="1172" y="9453"/>
                  </a:cubicBezTo>
                  <a:cubicBezTo>
                    <a:pt x="1216" y="9146"/>
                    <a:pt x="1318" y="8721"/>
                    <a:pt x="1421" y="8209"/>
                  </a:cubicBezTo>
                  <a:cubicBezTo>
                    <a:pt x="1626" y="7170"/>
                    <a:pt x="1919" y="5720"/>
                    <a:pt x="2226" y="4125"/>
                  </a:cubicBezTo>
                  <a:cubicBezTo>
                    <a:pt x="2299" y="3729"/>
                    <a:pt x="2372" y="3349"/>
                    <a:pt x="2446" y="2953"/>
                  </a:cubicBezTo>
                  <a:cubicBezTo>
                    <a:pt x="2519" y="2573"/>
                    <a:pt x="2577" y="2207"/>
                    <a:pt x="2577" y="1841"/>
                  </a:cubicBezTo>
                  <a:cubicBezTo>
                    <a:pt x="2577" y="1489"/>
                    <a:pt x="2489" y="1153"/>
                    <a:pt x="2299" y="875"/>
                  </a:cubicBezTo>
                  <a:cubicBezTo>
                    <a:pt x="2123" y="626"/>
                    <a:pt x="1904" y="421"/>
                    <a:pt x="1655" y="274"/>
                  </a:cubicBezTo>
                  <a:cubicBezTo>
                    <a:pt x="1288" y="56"/>
                    <a:pt x="930" y="0"/>
                    <a:pt x="651" y="0"/>
                  </a:cubicBezTo>
                  <a:close/>
                  <a:moveTo>
                    <a:pt x="1114" y="9701"/>
                  </a:moveTo>
                  <a:cubicBezTo>
                    <a:pt x="1108" y="9736"/>
                    <a:pt x="1104" y="9766"/>
                    <a:pt x="1099" y="9790"/>
                  </a:cubicBezTo>
                  <a:cubicBezTo>
                    <a:pt x="1099" y="9795"/>
                    <a:pt x="1099" y="9800"/>
                    <a:pt x="1099" y="9805"/>
                  </a:cubicBezTo>
                  <a:lnTo>
                    <a:pt x="1099" y="9805"/>
                  </a:lnTo>
                  <a:cubicBezTo>
                    <a:pt x="1099" y="9805"/>
                    <a:pt x="1099" y="9805"/>
                    <a:pt x="1099" y="9805"/>
                  </a:cubicBezTo>
                  <a:cubicBezTo>
                    <a:pt x="1104" y="9774"/>
                    <a:pt x="1109" y="9739"/>
                    <a:pt x="1114" y="9701"/>
                  </a:cubicBezTo>
                  <a:close/>
                  <a:moveTo>
                    <a:pt x="1099" y="9805"/>
                  </a:moveTo>
                  <a:lnTo>
                    <a:pt x="1099" y="9805"/>
                  </a:lnTo>
                  <a:cubicBezTo>
                    <a:pt x="1069" y="9893"/>
                    <a:pt x="1069" y="9936"/>
                    <a:pt x="1069" y="9936"/>
                  </a:cubicBezTo>
                  <a:cubicBezTo>
                    <a:pt x="1069" y="9936"/>
                    <a:pt x="1096" y="9897"/>
                    <a:pt x="1099" y="9805"/>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1" name="Google Shape;1312;p49"/>
            <p:cNvSpPr/>
            <p:nvPr/>
          </p:nvSpPr>
          <p:spPr>
            <a:xfrm flipH="1">
              <a:off x="6129720" y="2466000"/>
              <a:ext cx="202320" cy="7200"/>
            </a:xfrm>
            <a:custGeom>
              <a:avLst/>
              <a:gdLst>
                <a:gd name="textAreaLeft" fmla="*/ 360 w 202320"/>
                <a:gd name="textAreaRight" fmla="*/ 203040 w 202320"/>
                <a:gd name="textAreaTop" fmla="*/ 0 h 7200"/>
                <a:gd name="textAreaBottom" fmla="*/ 7560 h 7200"/>
              </a:gdLst>
              <a:ahLst/>
              <a:cxnLst/>
              <a:rect l="textAreaLeft" t="textAreaTop" r="textAreaRight" b="textAreaBottom"/>
              <a:pathLst>
                <a:path w="2855" h="105">
                  <a:moveTo>
                    <a:pt x="2295" y="1"/>
                  </a:moveTo>
                  <a:cubicBezTo>
                    <a:pt x="2055" y="1"/>
                    <a:pt x="1756" y="4"/>
                    <a:pt x="1435" y="10"/>
                  </a:cubicBezTo>
                  <a:cubicBezTo>
                    <a:pt x="644" y="25"/>
                    <a:pt x="0" y="40"/>
                    <a:pt x="0" y="83"/>
                  </a:cubicBezTo>
                  <a:cubicBezTo>
                    <a:pt x="0" y="94"/>
                    <a:pt x="322" y="104"/>
                    <a:pt x="790" y="104"/>
                  </a:cubicBezTo>
                  <a:cubicBezTo>
                    <a:pt x="984" y="104"/>
                    <a:pt x="1203" y="102"/>
                    <a:pt x="1435" y="98"/>
                  </a:cubicBezTo>
                  <a:cubicBezTo>
                    <a:pt x="2211" y="83"/>
                    <a:pt x="2855" y="69"/>
                    <a:pt x="2855" y="25"/>
                  </a:cubicBezTo>
                  <a:cubicBezTo>
                    <a:pt x="2855" y="8"/>
                    <a:pt x="2634" y="1"/>
                    <a:pt x="2295"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2" name="Google Shape;1313;p49"/>
            <p:cNvSpPr/>
            <p:nvPr/>
          </p:nvSpPr>
          <p:spPr>
            <a:xfrm flipH="1">
              <a:off x="6015240" y="1069920"/>
              <a:ext cx="328320" cy="182160"/>
            </a:xfrm>
            <a:custGeom>
              <a:avLst/>
              <a:gdLst>
                <a:gd name="textAreaLeft" fmla="*/ 360 w 328320"/>
                <a:gd name="textAreaRight" fmla="*/ 329040 w 328320"/>
                <a:gd name="textAreaTop" fmla="*/ 0 h 182160"/>
                <a:gd name="textAreaBottom" fmla="*/ 182520 h 182160"/>
              </a:gdLst>
              <a:ahLst/>
              <a:cxnLst/>
              <a:rect l="textAreaLeft" t="textAreaTop" r="textAreaRight" b="textAreaBottom"/>
              <a:pathLst>
                <a:path w="4627" h="2570">
                  <a:moveTo>
                    <a:pt x="1851" y="0"/>
                  </a:moveTo>
                  <a:cubicBezTo>
                    <a:pt x="1795" y="0"/>
                    <a:pt x="1739" y="2"/>
                    <a:pt x="1684" y="4"/>
                  </a:cubicBezTo>
                  <a:cubicBezTo>
                    <a:pt x="1083" y="48"/>
                    <a:pt x="469" y="268"/>
                    <a:pt x="0" y="634"/>
                  </a:cubicBezTo>
                  <a:lnTo>
                    <a:pt x="59" y="692"/>
                  </a:lnTo>
                  <a:cubicBezTo>
                    <a:pt x="937" y="1717"/>
                    <a:pt x="2181" y="2391"/>
                    <a:pt x="3514" y="2552"/>
                  </a:cubicBezTo>
                  <a:cubicBezTo>
                    <a:pt x="3623" y="2559"/>
                    <a:pt x="3733" y="2570"/>
                    <a:pt x="3838" y="2570"/>
                  </a:cubicBezTo>
                  <a:cubicBezTo>
                    <a:pt x="3942" y="2570"/>
                    <a:pt x="4041" y="2559"/>
                    <a:pt x="4128" y="2522"/>
                  </a:cubicBezTo>
                  <a:cubicBezTo>
                    <a:pt x="4451" y="2391"/>
                    <a:pt x="4626" y="2083"/>
                    <a:pt x="4626" y="1746"/>
                  </a:cubicBezTo>
                  <a:cubicBezTo>
                    <a:pt x="4626" y="1424"/>
                    <a:pt x="4480" y="1102"/>
                    <a:pt x="4260" y="868"/>
                  </a:cubicBezTo>
                  <a:cubicBezTo>
                    <a:pt x="4041" y="634"/>
                    <a:pt x="3748" y="473"/>
                    <a:pt x="3455" y="341"/>
                  </a:cubicBezTo>
                  <a:cubicBezTo>
                    <a:pt x="2963" y="129"/>
                    <a:pt x="2400" y="0"/>
                    <a:pt x="1851"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080" bIns="91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3" name="Google Shape;1314;p49"/>
            <p:cNvSpPr/>
            <p:nvPr/>
          </p:nvSpPr>
          <p:spPr>
            <a:xfrm flipH="1">
              <a:off x="4939560" y="1858320"/>
              <a:ext cx="278280" cy="349920"/>
            </a:xfrm>
            <a:custGeom>
              <a:avLst/>
              <a:gdLst>
                <a:gd name="textAreaLeft" fmla="*/ -360 w 278280"/>
                <a:gd name="textAreaRight" fmla="*/ 278280 w 278280"/>
                <a:gd name="textAreaTop" fmla="*/ 0 h 349920"/>
                <a:gd name="textAreaBottom" fmla="*/ 350280 h 349920"/>
              </a:gdLst>
              <a:ahLst/>
              <a:cxnLst/>
              <a:rect l="textAreaLeft" t="textAreaTop" r="textAreaRight" b="textAreaBottom"/>
              <a:pathLst>
                <a:path w="3924" h="4933">
                  <a:moveTo>
                    <a:pt x="1484" y="1"/>
                  </a:moveTo>
                  <a:cubicBezTo>
                    <a:pt x="1264" y="1"/>
                    <a:pt x="0" y="1861"/>
                    <a:pt x="0" y="1861"/>
                  </a:cubicBezTo>
                  <a:cubicBezTo>
                    <a:pt x="0" y="1861"/>
                    <a:pt x="710" y="4933"/>
                    <a:pt x="1286" y="4933"/>
                  </a:cubicBezTo>
                  <a:cubicBezTo>
                    <a:pt x="1306" y="4933"/>
                    <a:pt x="1327" y="4929"/>
                    <a:pt x="1347" y="4921"/>
                  </a:cubicBezTo>
                  <a:cubicBezTo>
                    <a:pt x="1347" y="4921"/>
                    <a:pt x="3499" y="3647"/>
                    <a:pt x="3631" y="3384"/>
                  </a:cubicBezTo>
                  <a:cubicBezTo>
                    <a:pt x="3665" y="3301"/>
                    <a:pt x="3562" y="3273"/>
                    <a:pt x="3411" y="3273"/>
                  </a:cubicBezTo>
                  <a:cubicBezTo>
                    <a:pt x="3107" y="3273"/>
                    <a:pt x="2606" y="3384"/>
                    <a:pt x="2606" y="3384"/>
                  </a:cubicBezTo>
                  <a:cubicBezTo>
                    <a:pt x="2606" y="3384"/>
                    <a:pt x="3704" y="2959"/>
                    <a:pt x="3821" y="2710"/>
                  </a:cubicBezTo>
                  <a:cubicBezTo>
                    <a:pt x="3865" y="2618"/>
                    <a:pt x="3710" y="2587"/>
                    <a:pt x="3485" y="2587"/>
                  </a:cubicBezTo>
                  <a:cubicBezTo>
                    <a:pt x="3034" y="2587"/>
                    <a:pt x="2298" y="2710"/>
                    <a:pt x="2298" y="2710"/>
                  </a:cubicBezTo>
                  <a:cubicBezTo>
                    <a:pt x="2298" y="2710"/>
                    <a:pt x="3923" y="2344"/>
                    <a:pt x="3850" y="1993"/>
                  </a:cubicBezTo>
                  <a:cubicBezTo>
                    <a:pt x="3822" y="1857"/>
                    <a:pt x="3530" y="1815"/>
                    <a:pt x="3184" y="1815"/>
                  </a:cubicBezTo>
                  <a:cubicBezTo>
                    <a:pt x="2635" y="1815"/>
                    <a:pt x="1947" y="1920"/>
                    <a:pt x="1947" y="1920"/>
                  </a:cubicBezTo>
                  <a:cubicBezTo>
                    <a:pt x="1947" y="1920"/>
                    <a:pt x="3806" y="1481"/>
                    <a:pt x="3792" y="1085"/>
                  </a:cubicBezTo>
                  <a:cubicBezTo>
                    <a:pt x="3792" y="981"/>
                    <a:pt x="3631" y="942"/>
                    <a:pt x="3392" y="942"/>
                  </a:cubicBezTo>
                  <a:cubicBezTo>
                    <a:pt x="2692" y="942"/>
                    <a:pt x="1318" y="1276"/>
                    <a:pt x="1318" y="1276"/>
                  </a:cubicBezTo>
                  <a:cubicBezTo>
                    <a:pt x="1786" y="676"/>
                    <a:pt x="1669" y="61"/>
                    <a:pt x="1493" y="2"/>
                  </a:cubicBezTo>
                  <a:cubicBezTo>
                    <a:pt x="1490" y="1"/>
                    <a:pt x="1487" y="1"/>
                    <a:pt x="1484" y="1"/>
                  </a:cubicBezTo>
                  <a:close/>
                </a:path>
              </a:pathLst>
            </a:custGeom>
            <a:solidFill>
              <a:srgbClr val="CF886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4" name="Google Shape;1315;p49"/>
            <p:cNvSpPr/>
            <p:nvPr/>
          </p:nvSpPr>
          <p:spPr>
            <a:xfrm flipH="1">
              <a:off x="4974840" y="1579680"/>
              <a:ext cx="194040" cy="372960"/>
            </a:xfrm>
            <a:custGeom>
              <a:avLst/>
              <a:gdLst>
                <a:gd name="textAreaLeft" fmla="*/ -360 w 194040"/>
                <a:gd name="textAreaRight" fmla="*/ 194040 w 194040"/>
                <a:gd name="textAreaTop" fmla="*/ 0 h 372960"/>
                <a:gd name="textAreaBottom" fmla="*/ 373320 h 372960"/>
              </a:gdLst>
              <a:ahLst/>
              <a:cxnLst/>
              <a:rect l="textAreaLeft" t="textAreaTop" r="textAreaRight" b="textAreaBottom"/>
              <a:pathLst>
                <a:path w="2738" h="5257">
                  <a:moveTo>
                    <a:pt x="2211" y="1"/>
                  </a:moveTo>
                  <a:lnTo>
                    <a:pt x="2211" y="1"/>
                  </a:lnTo>
                  <a:cubicBezTo>
                    <a:pt x="1493" y="59"/>
                    <a:pt x="922" y="367"/>
                    <a:pt x="674" y="703"/>
                  </a:cubicBezTo>
                  <a:cubicBezTo>
                    <a:pt x="410" y="1026"/>
                    <a:pt x="161" y="1435"/>
                    <a:pt x="293" y="1831"/>
                  </a:cubicBezTo>
                  <a:cubicBezTo>
                    <a:pt x="439" y="2211"/>
                    <a:pt x="908" y="2460"/>
                    <a:pt x="952" y="2855"/>
                  </a:cubicBezTo>
                  <a:cubicBezTo>
                    <a:pt x="981" y="3324"/>
                    <a:pt x="483" y="3587"/>
                    <a:pt x="249" y="3953"/>
                  </a:cubicBezTo>
                  <a:cubicBezTo>
                    <a:pt x="0" y="4363"/>
                    <a:pt x="44" y="4934"/>
                    <a:pt x="381" y="5256"/>
                  </a:cubicBezTo>
                  <a:lnTo>
                    <a:pt x="2738" y="5256"/>
                  </a:lnTo>
                  <a:cubicBezTo>
                    <a:pt x="2533" y="5154"/>
                    <a:pt x="1991" y="4788"/>
                    <a:pt x="1815" y="4598"/>
                  </a:cubicBezTo>
                  <a:cubicBezTo>
                    <a:pt x="1654" y="4422"/>
                    <a:pt x="1567" y="4144"/>
                    <a:pt x="1654" y="3924"/>
                  </a:cubicBezTo>
                  <a:cubicBezTo>
                    <a:pt x="1742" y="3705"/>
                    <a:pt x="1991" y="3558"/>
                    <a:pt x="2167" y="3382"/>
                  </a:cubicBezTo>
                  <a:cubicBezTo>
                    <a:pt x="2621" y="2958"/>
                    <a:pt x="2679" y="2109"/>
                    <a:pt x="2196" y="1728"/>
                  </a:cubicBezTo>
                  <a:cubicBezTo>
                    <a:pt x="2006" y="1553"/>
                    <a:pt x="1757" y="1479"/>
                    <a:pt x="1567" y="1333"/>
                  </a:cubicBezTo>
                  <a:cubicBezTo>
                    <a:pt x="1069" y="952"/>
                    <a:pt x="1508" y="264"/>
                    <a:pt x="221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5" name="Google Shape;1316;p49"/>
            <p:cNvSpPr/>
            <p:nvPr/>
          </p:nvSpPr>
          <p:spPr>
            <a:xfrm flipH="1">
              <a:off x="4962240" y="1942560"/>
              <a:ext cx="199440" cy="232560"/>
            </a:xfrm>
            <a:custGeom>
              <a:avLst/>
              <a:gdLst>
                <a:gd name="textAreaLeft" fmla="*/ 360 w 199440"/>
                <a:gd name="textAreaRight" fmla="*/ 200160 w 199440"/>
                <a:gd name="textAreaTop" fmla="*/ 0 h 232560"/>
                <a:gd name="textAreaBottom" fmla="*/ 232920 h 232560"/>
              </a:gdLst>
              <a:ahLst/>
              <a:cxnLst/>
              <a:rect l="textAreaLeft" t="textAreaTop" r="textAreaRight" b="textAreaBottom"/>
              <a:pathLst>
                <a:path w="2811" h="3281">
                  <a:moveTo>
                    <a:pt x="0" y="1"/>
                  </a:moveTo>
                  <a:lnTo>
                    <a:pt x="498" y="3280"/>
                  </a:lnTo>
                  <a:lnTo>
                    <a:pt x="2343" y="3280"/>
                  </a:lnTo>
                  <a:cubicBezTo>
                    <a:pt x="2225" y="3280"/>
                    <a:pt x="2811" y="1"/>
                    <a:pt x="2811"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6" name="Google Shape;1317;p49"/>
            <p:cNvSpPr/>
            <p:nvPr/>
          </p:nvSpPr>
          <p:spPr>
            <a:xfrm rot="19596000">
              <a:off x="5669640" y="762120"/>
              <a:ext cx="66600" cy="167760"/>
            </a:xfrm>
            <a:custGeom>
              <a:avLst/>
              <a:gdLst>
                <a:gd name="textAreaLeft" fmla="*/ 0 w 66600"/>
                <a:gd name="textAreaRight" fmla="*/ 66960 w 66600"/>
                <a:gd name="textAreaTop" fmla="*/ 0 h 167760"/>
                <a:gd name="textAreaBottom" fmla="*/ 168120 h 167760"/>
              </a:gdLst>
              <a:ahLst/>
              <a:cxnLst/>
              <a:rect l="textAreaLeft" t="textAreaTop" r="textAreaRight" b="textAreaBottom"/>
              <a:pathLst>
                <a:path w="542" h="1362">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7" name="Google Shape;1318;p49"/>
            <p:cNvSpPr/>
            <p:nvPr/>
          </p:nvSpPr>
          <p:spPr>
            <a:xfrm rot="19596000">
              <a:off x="5727240" y="663840"/>
              <a:ext cx="84600" cy="205560"/>
            </a:xfrm>
            <a:custGeom>
              <a:avLst/>
              <a:gdLst>
                <a:gd name="textAreaLeft" fmla="*/ 0 w 84600"/>
                <a:gd name="textAreaRight" fmla="*/ 84960 w 84600"/>
                <a:gd name="textAreaTop" fmla="*/ 0 h 205560"/>
                <a:gd name="textAreaBottom" fmla="*/ 205920 h 205560"/>
              </a:gdLst>
              <a:ahLst/>
              <a:cxnLst/>
              <a:rect l="textAreaLeft" t="textAreaTop" r="textAreaRight" b="textAreaBottom"/>
              <a:pathLst>
                <a:path w="689" h="1670">
                  <a:moveTo>
                    <a:pt x="0" y="0"/>
                  </a:moveTo>
                  <a:lnTo>
                    <a:pt x="0" y="1611"/>
                  </a:lnTo>
                  <a:lnTo>
                    <a:pt x="688" y="1669"/>
                  </a:lnTo>
                  <a:lnTo>
                    <a:pt x="586"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8" name="Google Shape;1319;p49"/>
            <p:cNvSpPr/>
            <p:nvPr/>
          </p:nvSpPr>
          <p:spPr>
            <a:xfrm rot="19596000">
              <a:off x="5790600" y="533160"/>
              <a:ext cx="111600" cy="270720"/>
            </a:xfrm>
            <a:custGeom>
              <a:avLst/>
              <a:gdLst>
                <a:gd name="textAreaLeft" fmla="*/ 0 w 111600"/>
                <a:gd name="textAreaRight" fmla="*/ 111960 w 111600"/>
                <a:gd name="textAreaTop" fmla="*/ 0 h 270720"/>
                <a:gd name="textAreaBottom" fmla="*/ 271080 h 270720"/>
              </a:gdLst>
              <a:ahLst/>
              <a:cxnLst/>
              <a:rect l="textAreaLeft" t="textAreaTop" r="textAreaRight" b="textAreaBottom"/>
              <a:pathLst>
                <a:path w="909" h="2197">
                  <a:moveTo>
                    <a:pt x="703" y="1"/>
                  </a:moveTo>
                  <a:lnTo>
                    <a:pt x="0" y="103"/>
                  </a:lnTo>
                  <a:lnTo>
                    <a:pt x="117" y="2197"/>
                  </a:lnTo>
                  <a:lnTo>
                    <a:pt x="908" y="2197"/>
                  </a:lnTo>
                  <a:lnTo>
                    <a:pt x="703"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730" name="PlaceHolder 2"/>
          <p:cNvSpPr>
            <a:spLocks noGrp="1"/>
          </p:cNvSpPr>
          <p:nvPr>
            <p:ph type="body"/>
          </p:nvPr>
        </p:nvSpPr>
        <p:spPr>
          <a:xfrm>
            <a:off x="733320" y="1314360"/>
            <a:ext cx="4047840" cy="2952360"/>
          </a:xfrm>
          <a:prstGeom prst="rect">
            <a:avLst/>
          </a:prstGeom>
          <a:noFill/>
          <a:ln w="0">
            <a:noFill/>
          </a:ln>
        </p:spPr>
        <p:txBody>
          <a:bodyPr lIns="91440" tIns="91440" rIns="91440" bIns="91440" anchor="t">
            <a:normAutofit lnSpcReduction="9999"/>
          </a:bodyPr>
          <a:lstStyle/>
          <a:p>
            <a:pPr indent="0">
              <a:lnSpc>
                <a:spcPct val="150000"/>
              </a:lnSpc>
              <a:buNone/>
              <a:tabLst>
                <a:tab pos="0" algn="l"/>
              </a:tabLst>
            </a:pPr>
            <a:r>
              <a:rPr lang="en-US" sz="1600" b="0" u="none" strike="noStrike" dirty="0">
                <a:solidFill>
                  <a:schemeClr val="dk1"/>
                </a:solidFill>
                <a:effectLst/>
                <a:uFillTx/>
                <a:latin typeface="Karla"/>
                <a:ea typeface="Karla"/>
              </a:rPr>
              <a:t>Focus marketing efforts on weekends to capitalize on peak sales days. Promote high-rated yet low-order restaurants to boost visibility and revenue. Expand presence in promising mid-tier cities to diversify revenue sources. Introduce premium combos for higher spending customers and offer weekday discounts to encourage balanced demand throughout the week.</a:t>
            </a:r>
            <a:endParaRPr lang="fr-FR" sz="1600" b="0" u="none" strike="noStrike" dirty="0">
              <a:solidFill>
                <a:srgbClr val="000000"/>
              </a:solidFill>
              <a:effectLst/>
              <a:uFillTx/>
              <a:latin typeface="Arial"/>
            </a:endParaRPr>
          </a:p>
        </p:txBody>
      </p:sp>
      <p:sp>
        <p:nvSpPr>
          <p:cNvPr id="729" name="PlaceHolder 1"/>
          <p:cNvSpPr>
            <a:spLocks noGrp="1"/>
          </p:cNvSpPr>
          <p:nvPr>
            <p:ph type="title"/>
          </p:nvPr>
        </p:nvSpPr>
        <p:spPr>
          <a:xfrm>
            <a:off x="723960" y="447840"/>
            <a:ext cx="4466880" cy="5713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000" b="1" u="none" strike="noStrike" dirty="0">
                <a:solidFill>
                  <a:schemeClr val="accent1"/>
                </a:solidFill>
                <a:effectLst/>
                <a:uFillTx/>
                <a:latin typeface="Archivo Black"/>
                <a:ea typeface="Archivo Black"/>
              </a:rPr>
              <a:t>Targeted Recommendations</a:t>
            </a:r>
            <a:endParaRPr lang="fr-FR" sz="3000" b="0" u="none" strike="noStrike" dirty="0">
              <a:solidFill>
                <a:schemeClr val="accent1"/>
              </a:solidFill>
              <a:effectLst/>
              <a:uFillTx/>
              <a:latin typeface="Arial"/>
            </a:endParaRPr>
          </a:p>
        </p:txBody>
      </p:sp>
      <p:grpSp>
        <p:nvGrpSpPr>
          <p:cNvPr id="731" name="Google Shape;1322;p49"/>
          <p:cNvGrpSpPr/>
          <p:nvPr/>
        </p:nvGrpSpPr>
        <p:grpSpPr>
          <a:xfrm>
            <a:off x="6328440" y="1100880"/>
            <a:ext cx="1827000" cy="3744720"/>
            <a:chOff x="6328440" y="1100880"/>
            <a:chExt cx="1827000" cy="3744720"/>
          </a:xfrm>
        </p:grpSpPr>
        <p:sp>
          <p:nvSpPr>
            <p:cNvPr id="732" name="Google Shape;1323;p49"/>
            <p:cNvSpPr/>
            <p:nvPr/>
          </p:nvSpPr>
          <p:spPr>
            <a:xfrm flipH="1">
              <a:off x="6934680" y="1118160"/>
              <a:ext cx="835920" cy="758160"/>
            </a:xfrm>
            <a:custGeom>
              <a:avLst/>
              <a:gdLst>
                <a:gd name="textAreaLeft" fmla="*/ 360 w 835920"/>
                <a:gd name="textAreaRight" fmla="*/ 836640 w 835920"/>
                <a:gd name="textAreaTop" fmla="*/ 0 h 758160"/>
                <a:gd name="textAreaBottom" fmla="*/ 758520 h 758160"/>
              </a:gdLst>
              <a:ahLst/>
              <a:cxnLst/>
              <a:rect l="textAreaLeft" t="textAreaTop" r="textAreaRight" b="textAreaBottom"/>
              <a:pathLst>
                <a:path w="11517" h="10447">
                  <a:moveTo>
                    <a:pt x="6630" y="1"/>
                  </a:moveTo>
                  <a:cubicBezTo>
                    <a:pt x="6265" y="1"/>
                    <a:pt x="5860" y="174"/>
                    <a:pt x="5564" y="409"/>
                  </a:cubicBezTo>
                  <a:cubicBezTo>
                    <a:pt x="5081" y="789"/>
                    <a:pt x="4627" y="1316"/>
                    <a:pt x="4012" y="1433"/>
                  </a:cubicBezTo>
                  <a:cubicBezTo>
                    <a:pt x="3937" y="1444"/>
                    <a:pt x="3861" y="1448"/>
                    <a:pt x="3784" y="1448"/>
                  </a:cubicBezTo>
                  <a:cubicBezTo>
                    <a:pt x="3599" y="1448"/>
                    <a:pt x="3409" y="1426"/>
                    <a:pt x="3225" y="1426"/>
                  </a:cubicBezTo>
                  <a:cubicBezTo>
                    <a:pt x="3170" y="1426"/>
                    <a:pt x="3115" y="1428"/>
                    <a:pt x="3061" y="1433"/>
                  </a:cubicBezTo>
                  <a:cubicBezTo>
                    <a:pt x="2372" y="1448"/>
                    <a:pt x="1684" y="1829"/>
                    <a:pt x="1318" y="2414"/>
                  </a:cubicBezTo>
                  <a:cubicBezTo>
                    <a:pt x="952" y="3000"/>
                    <a:pt x="909" y="3790"/>
                    <a:pt x="1201" y="4405"/>
                  </a:cubicBezTo>
                  <a:cubicBezTo>
                    <a:pt x="425" y="4669"/>
                    <a:pt x="1" y="5635"/>
                    <a:pt x="250" y="6396"/>
                  </a:cubicBezTo>
                  <a:cubicBezTo>
                    <a:pt x="484" y="7187"/>
                    <a:pt x="1245" y="7743"/>
                    <a:pt x="2080" y="7831"/>
                  </a:cubicBezTo>
                  <a:cubicBezTo>
                    <a:pt x="2563" y="7889"/>
                    <a:pt x="3104" y="7816"/>
                    <a:pt x="3558" y="8006"/>
                  </a:cubicBezTo>
                  <a:cubicBezTo>
                    <a:pt x="4158" y="8285"/>
                    <a:pt x="4451" y="8943"/>
                    <a:pt x="4890" y="9441"/>
                  </a:cubicBezTo>
                  <a:cubicBezTo>
                    <a:pt x="5461" y="10103"/>
                    <a:pt x="6340" y="10447"/>
                    <a:pt x="7213" y="10447"/>
                  </a:cubicBezTo>
                  <a:cubicBezTo>
                    <a:pt x="7885" y="10447"/>
                    <a:pt x="8555" y="10242"/>
                    <a:pt x="9077" y="9822"/>
                  </a:cubicBezTo>
                  <a:cubicBezTo>
                    <a:pt x="9443" y="9529"/>
                    <a:pt x="9736" y="9148"/>
                    <a:pt x="9839" y="8695"/>
                  </a:cubicBezTo>
                  <a:cubicBezTo>
                    <a:pt x="9926" y="8226"/>
                    <a:pt x="9780" y="7714"/>
                    <a:pt x="9399" y="7465"/>
                  </a:cubicBezTo>
                  <a:lnTo>
                    <a:pt x="9399" y="7465"/>
                  </a:lnTo>
                  <a:cubicBezTo>
                    <a:pt x="9530" y="7504"/>
                    <a:pt x="9663" y="7522"/>
                    <a:pt x="9795" y="7522"/>
                  </a:cubicBezTo>
                  <a:cubicBezTo>
                    <a:pt x="10662" y="7522"/>
                    <a:pt x="11516" y="6743"/>
                    <a:pt x="11478" y="5854"/>
                  </a:cubicBezTo>
                  <a:cubicBezTo>
                    <a:pt x="11464" y="5254"/>
                    <a:pt x="11098" y="4698"/>
                    <a:pt x="10688" y="4244"/>
                  </a:cubicBezTo>
                  <a:cubicBezTo>
                    <a:pt x="10292" y="3790"/>
                    <a:pt x="9839" y="3366"/>
                    <a:pt x="9517" y="2839"/>
                  </a:cubicBezTo>
                  <a:cubicBezTo>
                    <a:pt x="9224" y="2297"/>
                    <a:pt x="9107" y="1609"/>
                    <a:pt x="9429" y="1097"/>
                  </a:cubicBezTo>
                  <a:lnTo>
                    <a:pt x="7277" y="277"/>
                  </a:lnTo>
                  <a:cubicBezTo>
                    <a:pt x="7111" y="81"/>
                    <a:pt x="6879" y="1"/>
                    <a:pt x="663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3" name="Google Shape;1324;p49"/>
            <p:cNvSpPr/>
            <p:nvPr/>
          </p:nvSpPr>
          <p:spPr>
            <a:xfrm flipH="1">
              <a:off x="6328440" y="2563560"/>
              <a:ext cx="270720" cy="191880"/>
            </a:xfrm>
            <a:custGeom>
              <a:avLst/>
              <a:gdLst>
                <a:gd name="textAreaLeft" fmla="*/ 360 w 270720"/>
                <a:gd name="textAreaRight" fmla="*/ 271440 w 270720"/>
                <a:gd name="textAreaTop" fmla="*/ 0 h 191880"/>
                <a:gd name="textAreaBottom" fmla="*/ 192240 h 191880"/>
              </a:gdLst>
              <a:ahLst/>
              <a:cxnLst/>
              <a:rect l="textAreaLeft" t="textAreaTop" r="textAreaRight" b="textAreaBottom"/>
              <a:pathLst>
                <a:path w="3734" h="2648">
                  <a:moveTo>
                    <a:pt x="2666" y="0"/>
                  </a:moveTo>
                  <a:cubicBezTo>
                    <a:pt x="2180" y="0"/>
                    <a:pt x="1465" y="52"/>
                    <a:pt x="1465" y="52"/>
                  </a:cubicBezTo>
                  <a:cubicBezTo>
                    <a:pt x="1465" y="52"/>
                    <a:pt x="1" y="1853"/>
                    <a:pt x="367" y="2058"/>
                  </a:cubicBezTo>
                  <a:cubicBezTo>
                    <a:pt x="367" y="2058"/>
                    <a:pt x="1827" y="2647"/>
                    <a:pt x="2133" y="2647"/>
                  </a:cubicBezTo>
                  <a:cubicBezTo>
                    <a:pt x="2147" y="2647"/>
                    <a:pt x="2158" y="2646"/>
                    <a:pt x="2167" y="2644"/>
                  </a:cubicBezTo>
                  <a:cubicBezTo>
                    <a:pt x="2372" y="2600"/>
                    <a:pt x="1728" y="2087"/>
                    <a:pt x="1728" y="2087"/>
                  </a:cubicBezTo>
                  <a:lnTo>
                    <a:pt x="1728" y="2087"/>
                  </a:lnTo>
                  <a:cubicBezTo>
                    <a:pt x="1728" y="2087"/>
                    <a:pt x="2365" y="2486"/>
                    <a:pt x="2603" y="2486"/>
                  </a:cubicBezTo>
                  <a:cubicBezTo>
                    <a:pt x="2615" y="2486"/>
                    <a:pt x="2626" y="2485"/>
                    <a:pt x="2636" y="2482"/>
                  </a:cubicBezTo>
                  <a:cubicBezTo>
                    <a:pt x="2826" y="2424"/>
                    <a:pt x="1963" y="1634"/>
                    <a:pt x="1962" y="1633"/>
                  </a:cubicBezTo>
                  <a:lnTo>
                    <a:pt x="1962" y="1633"/>
                  </a:lnTo>
                  <a:cubicBezTo>
                    <a:pt x="1963" y="1634"/>
                    <a:pt x="2686" y="2217"/>
                    <a:pt x="2956" y="2217"/>
                  </a:cubicBezTo>
                  <a:cubicBezTo>
                    <a:pt x="2988" y="2217"/>
                    <a:pt x="3014" y="2209"/>
                    <a:pt x="3031" y="2190"/>
                  </a:cubicBezTo>
                  <a:cubicBezTo>
                    <a:pt x="3192" y="1999"/>
                    <a:pt x="2270" y="1121"/>
                    <a:pt x="2270" y="1121"/>
                  </a:cubicBezTo>
                  <a:lnTo>
                    <a:pt x="2270" y="1121"/>
                  </a:lnTo>
                  <a:cubicBezTo>
                    <a:pt x="2270" y="1121"/>
                    <a:pt x="3107" y="1793"/>
                    <a:pt x="3427" y="1793"/>
                  </a:cubicBezTo>
                  <a:cubicBezTo>
                    <a:pt x="3463" y="1793"/>
                    <a:pt x="3493" y="1785"/>
                    <a:pt x="3514" y="1765"/>
                  </a:cubicBezTo>
                  <a:cubicBezTo>
                    <a:pt x="3734" y="1589"/>
                    <a:pt x="2343" y="506"/>
                    <a:pt x="2343" y="506"/>
                  </a:cubicBezTo>
                  <a:cubicBezTo>
                    <a:pt x="2870" y="506"/>
                    <a:pt x="3163" y="169"/>
                    <a:pt x="3104" y="52"/>
                  </a:cubicBezTo>
                  <a:cubicBezTo>
                    <a:pt x="3094" y="13"/>
                    <a:pt x="2909" y="0"/>
                    <a:pt x="2666" y="0"/>
                  </a:cubicBezTo>
                  <a:close/>
                </a:path>
              </a:pathLst>
            </a:custGeom>
            <a:solidFill>
              <a:srgbClr val="BA613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4" name="Google Shape;1325;p49"/>
            <p:cNvSpPr/>
            <p:nvPr/>
          </p:nvSpPr>
          <p:spPr>
            <a:xfrm flipH="1">
              <a:off x="6420960" y="1612440"/>
              <a:ext cx="606600" cy="1114920"/>
            </a:xfrm>
            <a:custGeom>
              <a:avLst/>
              <a:gdLst>
                <a:gd name="textAreaLeft" fmla="*/ -360 w 606600"/>
                <a:gd name="textAreaRight" fmla="*/ 606600 w 606600"/>
                <a:gd name="textAreaTop" fmla="*/ 0 h 1114920"/>
                <a:gd name="textAreaBottom" fmla="*/ 1115280 h 1114920"/>
              </a:gdLst>
              <a:ahLst/>
              <a:cxnLst/>
              <a:rect l="textAreaLeft" t="textAreaTop" r="textAreaRight" b="textAreaBottom"/>
              <a:pathLst>
                <a:path w="8360" h="15357">
                  <a:moveTo>
                    <a:pt x="0" y="0"/>
                  </a:moveTo>
                  <a:lnTo>
                    <a:pt x="88" y="7159"/>
                  </a:lnTo>
                  <a:cubicBezTo>
                    <a:pt x="88" y="7159"/>
                    <a:pt x="103" y="9560"/>
                    <a:pt x="395" y="10189"/>
                  </a:cubicBezTo>
                  <a:cubicBezTo>
                    <a:pt x="688" y="10833"/>
                    <a:pt x="6588" y="15357"/>
                    <a:pt x="6588" y="15357"/>
                  </a:cubicBezTo>
                  <a:lnTo>
                    <a:pt x="8359" y="13102"/>
                  </a:lnTo>
                  <a:cubicBezTo>
                    <a:pt x="8359" y="13102"/>
                    <a:pt x="3470" y="8901"/>
                    <a:pt x="2870" y="8432"/>
                  </a:cubicBezTo>
                  <a:cubicBezTo>
                    <a:pt x="2269" y="7979"/>
                    <a:pt x="0" y="1"/>
                    <a:pt x="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5" name="Google Shape;1326;p49"/>
            <p:cNvSpPr/>
            <p:nvPr/>
          </p:nvSpPr>
          <p:spPr>
            <a:xfrm flipH="1">
              <a:off x="6824880" y="2208960"/>
              <a:ext cx="83520" cy="120960"/>
            </a:xfrm>
            <a:custGeom>
              <a:avLst/>
              <a:gdLst>
                <a:gd name="textAreaLeft" fmla="*/ 360 w 83520"/>
                <a:gd name="textAreaRight" fmla="*/ 84240 w 83520"/>
                <a:gd name="textAreaTop" fmla="*/ 0 h 120960"/>
                <a:gd name="textAreaBottom" fmla="*/ 121320 h 120960"/>
              </a:gdLst>
              <a:ahLst/>
              <a:cxnLst/>
              <a:rect l="textAreaLeft" t="textAreaTop" r="textAreaRight" b="textAreaBottom"/>
              <a:pathLst>
                <a:path w="1157" h="1671">
                  <a:moveTo>
                    <a:pt x="1141" y="0"/>
                  </a:moveTo>
                  <a:cubicBezTo>
                    <a:pt x="1115" y="0"/>
                    <a:pt x="814" y="346"/>
                    <a:pt x="498" y="777"/>
                  </a:cubicBezTo>
                  <a:cubicBezTo>
                    <a:pt x="191" y="1245"/>
                    <a:pt x="0" y="1655"/>
                    <a:pt x="30" y="1670"/>
                  </a:cubicBezTo>
                  <a:cubicBezTo>
                    <a:pt x="30" y="1670"/>
                    <a:pt x="30" y="1670"/>
                    <a:pt x="31" y="1670"/>
                  </a:cubicBezTo>
                  <a:cubicBezTo>
                    <a:pt x="53" y="1670"/>
                    <a:pt x="285" y="1295"/>
                    <a:pt x="601" y="850"/>
                  </a:cubicBezTo>
                  <a:cubicBezTo>
                    <a:pt x="908" y="396"/>
                    <a:pt x="1157" y="30"/>
                    <a:pt x="1142" y="1"/>
                  </a:cubicBezTo>
                  <a:cubicBezTo>
                    <a:pt x="1142" y="1"/>
                    <a:pt x="1142" y="0"/>
                    <a:pt x="1141"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60480" bIns="60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6" name="Google Shape;1327;p49"/>
            <p:cNvSpPr/>
            <p:nvPr/>
          </p:nvSpPr>
          <p:spPr>
            <a:xfrm flipH="1">
              <a:off x="6830280" y="2219400"/>
              <a:ext cx="30600" cy="100800"/>
            </a:xfrm>
            <a:custGeom>
              <a:avLst/>
              <a:gdLst>
                <a:gd name="textAreaLeft" fmla="*/ -360 w 30600"/>
                <a:gd name="textAreaRight" fmla="*/ 30600 w 30600"/>
                <a:gd name="textAreaTop" fmla="*/ 0 h 100800"/>
                <a:gd name="textAreaBottom" fmla="*/ 101160 h 100800"/>
              </a:gdLst>
              <a:ahLst/>
              <a:cxnLst/>
              <a:rect l="textAreaLeft" t="textAreaTop" r="textAreaRight" b="textAreaBottom"/>
              <a:pathLst>
                <a:path w="426" h="1392">
                  <a:moveTo>
                    <a:pt x="394" y="1"/>
                  </a:moveTo>
                  <a:cubicBezTo>
                    <a:pt x="360" y="1"/>
                    <a:pt x="218" y="289"/>
                    <a:pt x="118" y="689"/>
                  </a:cubicBezTo>
                  <a:cubicBezTo>
                    <a:pt x="30" y="1070"/>
                    <a:pt x="1" y="1392"/>
                    <a:pt x="30" y="1392"/>
                  </a:cubicBezTo>
                  <a:cubicBezTo>
                    <a:pt x="59" y="1392"/>
                    <a:pt x="132" y="1085"/>
                    <a:pt x="220" y="704"/>
                  </a:cubicBezTo>
                  <a:cubicBezTo>
                    <a:pt x="337" y="323"/>
                    <a:pt x="425" y="30"/>
                    <a:pt x="396" y="1"/>
                  </a:cubicBezTo>
                  <a:cubicBezTo>
                    <a:pt x="395" y="1"/>
                    <a:pt x="394" y="1"/>
                    <a:pt x="394"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50400" bIns="50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7" name="Google Shape;1328;p49"/>
            <p:cNvSpPr/>
            <p:nvPr/>
          </p:nvSpPr>
          <p:spPr>
            <a:xfrm flipH="1">
              <a:off x="6862320" y="1595880"/>
              <a:ext cx="829800" cy="1161000"/>
            </a:xfrm>
            <a:custGeom>
              <a:avLst/>
              <a:gdLst>
                <a:gd name="textAreaLeft" fmla="*/ -360 w 829800"/>
                <a:gd name="textAreaRight" fmla="*/ 829800 w 829800"/>
                <a:gd name="textAreaTop" fmla="*/ 0 h 1161000"/>
                <a:gd name="textAreaBottom" fmla="*/ 1161360 h 1161000"/>
              </a:gdLst>
              <a:ahLst/>
              <a:cxnLst/>
              <a:rect l="textAreaLeft" t="textAreaTop" r="textAreaRight" b="textAreaBottom"/>
              <a:pathLst>
                <a:path w="11434" h="15993">
                  <a:moveTo>
                    <a:pt x="6543" y="1"/>
                  </a:moveTo>
                  <a:cubicBezTo>
                    <a:pt x="4970" y="1"/>
                    <a:pt x="3042" y="152"/>
                    <a:pt x="2006" y="725"/>
                  </a:cubicBezTo>
                  <a:cubicBezTo>
                    <a:pt x="2006" y="725"/>
                    <a:pt x="308" y="1471"/>
                    <a:pt x="1" y="2482"/>
                  </a:cubicBezTo>
                  <a:lnTo>
                    <a:pt x="3324" y="9684"/>
                  </a:lnTo>
                  <a:cubicBezTo>
                    <a:pt x="2255" y="11368"/>
                    <a:pt x="1464" y="13271"/>
                    <a:pt x="820" y="15320"/>
                  </a:cubicBezTo>
                  <a:cubicBezTo>
                    <a:pt x="820" y="15320"/>
                    <a:pt x="4415" y="15993"/>
                    <a:pt x="7553" y="15993"/>
                  </a:cubicBezTo>
                  <a:cubicBezTo>
                    <a:pt x="9136" y="15993"/>
                    <a:pt x="10604" y="15821"/>
                    <a:pt x="11434" y="15306"/>
                  </a:cubicBezTo>
                  <a:lnTo>
                    <a:pt x="9487" y="9245"/>
                  </a:lnTo>
                  <a:cubicBezTo>
                    <a:pt x="10395" y="3316"/>
                    <a:pt x="10614" y="4721"/>
                    <a:pt x="9165" y="212"/>
                  </a:cubicBezTo>
                  <a:cubicBezTo>
                    <a:pt x="9150" y="139"/>
                    <a:pt x="9018" y="154"/>
                    <a:pt x="8945" y="139"/>
                  </a:cubicBezTo>
                  <a:cubicBezTo>
                    <a:pt x="8672" y="83"/>
                    <a:pt x="7704" y="1"/>
                    <a:pt x="654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8" name="Google Shape;1329;p49"/>
            <p:cNvSpPr/>
            <p:nvPr/>
          </p:nvSpPr>
          <p:spPr>
            <a:xfrm flipH="1">
              <a:off x="7165440" y="1594800"/>
              <a:ext cx="269640" cy="536400"/>
            </a:xfrm>
            <a:custGeom>
              <a:avLst/>
              <a:gdLst>
                <a:gd name="textAreaLeft" fmla="*/ -360 w 269640"/>
                <a:gd name="textAreaRight" fmla="*/ 269640 w 269640"/>
                <a:gd name="textAreaTop" fmla="*/ 0 h 536400"/>
                <a:gd name="textAreaBottom" fmla="*/ 536760 h 536400"/>
              </a:gdLst>
              <a:ahLst/>
              <a:cxnLst/>
              <a:rect l="textAreaLeft" t="textAreaTop" r="textAreaRight" b="textAreaBottom"/>
              <a:pathLst>
                <a:path w="3719" h="7389">
                  <a:moveTo>
                    <a:pt x="2527" y="0"/>
                  </a:moveTo>
                  <a:cubicBezTo>
                    <a:pt x="1638" y="0"/>
                    <a:pt x="494" y="43"/>
                    <a:pt x="0" y="244"/>
                  </a:cubicBezTo>
                  <a:lnTo>
                    <a:pt x="3719" y="7388"/>
                  </a:lnTo>
                  <a:lnTo>
                    <a:pt x="3719" y="24"/>
                  </a:lnTo>
                  <a:cubicBezTo>
                    <a:pt x="3719" y="24"/>
                    <a:pt x="3194" y="0"/>
                    <a:pt x="252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9" name="Google Shape;1330;p49"/>
            <p:cNvSpPr/>
            <p:nvPr/>
          </p:nvSpPr>
          <p:spPr>
            <a:xfrm flipH="1">
              <a:off x="6913080" y="2585160"/>
              <a:ext cx="1028880" cy="2174760"/>
            </a:xfrm>
            <a:custGeom>
              <a:avLst/>
              <a:gdLst>
                <a:gd name="textAreaLeft" fmla="*/ 360 w 1028880"/>
                <a:gd name="textAreaRight" fmla="*/ 1029600 w 1028880"/>
                <a:gd name="textAreaTop" fmla="*/ 0 h 2174760"/>
                <a:gd name="textAreaBottom" fmla="*/ 2175120 h 2174760"/>
              </a:gdLst>
              <a:ahLst/>
              <a:cxnLst/>
              <a:rect l="textAreaLeft" t="textAreaTop" r="textAreaRight" b="textAreaBottom"/>
              <a:pathLst>
                <a:path w="14172" h="29953">
                  <a:moveTo>
                    <a:pt x="14172" y="0"/>
                  </a:moveTo>
                  <a:lnTo>
                    <a:pt x="9604" y="864"/>
                  </a:lnTo>
                  <a:cubicBezTo>
                    <a:pt x="7043" y="12590"/>
                    <a:pt x="1" y="27581"/>
                    <a:pt x="1" y="27581"/>
                  </a:cubicBezTo>
                  <a:lnTo>
                    <a:pt x="3895" y="29953"/>
                  </a:lnTo>
                  <a:cubicBezTo>
                    <a:pt x="12971" y="12019"/>
                    <a:pt x="14172" y="0"/>
                    <a:pt x="14172" y="0"/>
                  </a:cubicBezTo>
                  <a:close/>
                </a:path>
              </a:pathLst>
            </a:custGeom>
            <a:solidFill>
              <a:srgbClr val="BA613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0" name="Google Shape;1331;p49"/>
            <p:cNvSpPr/>
            <p:nvPr/>
          </p:nvSpPr>
          <p:spPr>
            <a:xfrm flipH="1">
              <a:off x="6518520" y="2558520"/>
              <a:ext cx="1093680" cy="2254680"/>
            </a:xfrm>
            <a:custGeom>
              <a:avLst/>
              <a:gdLst>
                <a:gd name="textAreaLeft" fmla="*/ 360 w 1093680"/>
                <a:gd name="textAreaRight" fmla="*/ 1094400 w 1093680"/>
                <a:gd name="textAreaTop" fmla="*/ 0 h 2254680"/>
                <a:gd name="textAreaBottom" fmla="*/ 2255040 h 2254680"/>
              </a:gdLst>
              <a:ahLst/>
              <a:cxnLst/>
              <a:rect l="textAreaLeft" t="textAreaTop" r="textAreaRight" b="textAreaBottom"/>
              <a:pathLst>
                <a:path w="15065" h="31051">
                  <a:moveTo>
                    <a:pt x="6076" y="0"/>
                  </a:moveTo>
                  <a:lnTo>
                    <a:pt x="0" y="2050"/>
                  </a:lnTo>
                  <a:cubicBezTo>
                    <a:pt x="0" y="2050"/>
                    <a:pt x="3367" y="17699"/>
                    <a:pt x="11551" y="31051"/>
                  </a:cubicBezTo>
                  <a:lnTo>
                    <a:pt x="15064" y="29147"/>
                  </a:lnTo>
                  <a:cubicBezTo>
                    <a:pt x="15064" y="29147"/>
                    <a:pt x="5783" y="9706"/>
                    <a:pt x="6076" y="0"/>
                  </a:cubicBezTo>
                  <a:close/>
                </a:path>
              </a:pathLst>
            </a:custGeom>
            <a:solidFill>
              <a:srgbClr val="BA613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1" name="Google Shape;1332;p49"/>
            <p:cNvSpPr/>
            <p:nvPr/>
          </p:nvSpPr>
          <p:spPr>
            <a:xfrm flipH="1">
              <a:off x="7006680" y="1138320"/>
              <a:ext cx="431280" cy="545760"/>
            </a:xfrm>
            <a:custGeom>
              <a:avLst/>
              <a:gdLst>
                <a:gd name="textAreaLeft" fmla="*/ 360 w 431280"/>
                <a:gd name="textAreaRight" fmla="*/ 432000 w 431280"/>
                <a:gd name="textAreaTop" fmla="*/ 0 h 545760"/>
                <a:gd name="textAreaBottom" fmla="*/ 546120 h 545760"/>
              </a:gdLst>
              <a:ahLst/>
              <a:cxnLst/>
              <a:rect l="textAreaLeft" t="textAreaTop" r="textAreaRight" b="textAreaBottom"/>
              <a:pathLst>
                <a:path w="5944" h="7519">
                  <a:moveTo>
                    <a:pt x="3086" y="1"/>
                  </a:moveTo>
                  <a:cubicBezTo>
                    <a:pt x="1665" y="1"/>
                    <a:pt x="1596" y="676"/>
                    <a:pt x="1596" y="676"/>
                  </a:cubicBezTo>
                  <a:lnTo>
                    <a:pt x="1596" y="1862"/>
                  </a:lnTo>
                  <a:cubicBezTo>
                    <a:pt x="1596" y="1862"/>
                    <a:pt x="1204" y="1594"/>
                    <a:pt x="827" y="1594"/>
                  </a:cubicBezTo>
                  <a:cubicBezTo>
                    <a:pt x="544" y="1594"/>
                    <a:pt x="270" y="1745"/>
                    <a:pt x="176" y="2272"/>
                  </a:cubicBezTo>
                  <a:cubicBezTo>
                    <a:pt x="0" y="3238"/>
                    <a:pt x="937" y="3428"/>
                    <a:pt x="937" y="3428"/>
                  </a:cubicBezTo>
                  <a:lnTo>
                    <a:pt x="717" y="6225"/>
                  </a:lnTo>
                  <a:cubicBezTo>
                    <a:pt x="673" y="6591"/>
                    <a:pt x="805" y="6957"/>
                    <a:pt x="1054" y="7205"/>
                  </a:cubicBezTo>
                  <a:cubicBezTo>
                    <a:pt x="1296" y="7436"/>
                    <a:pt x="1567" y="7519"/>
                    <a:pt x="1835" y="7519"/>
                  </a:cubicBezTo>
                  <a:cubicBezTo>
                    <a:pt x="2248" y="7519"/>
                    <a:pt x="2653" y="7321"/>
                    <a:pt x="2928" y="7162"/>
                  </a:cubicBezTo>
                  <a:cubicBezTo>
                    <a:pt x="3148" y="7015"/>
                    <a:pt x="3279" y="6796"/>
                    <a:pt x="3279" y="6532"/>
                  </a:cubicBezTo>
                  <a:lnTo>
                    <a:pt x="3279" y="5785"/>
                  </a:lnTo>
                  <a:lnTo>
                    <a:pt x="4275" y="5785"/>
                  </a:lnTo>
                  <a:cubicBezTo>
                    <a:pt x="5944" y="5712"/>
                    <a:pt x="5651" y="457"/>
                    <a:pt x="5651" y="457"/>
                  </a:cubicBezTo>
                  <a:cubicBezTo>
                    <a:pt x="5651" y="32"/>
                    <a:pt x="4772" y="32"/>
                    <a:pt x="4772" y="32"/>
                  </a:cubicBezTo>
                  <a:lnTo>
                    <a:pt x="3221" y="3"/>
                  </a:lnTo>
                  <a:cubicBezTo>
                    <a:pt x="3175" y="2"/>
                    <a:pt x="3130" y="1"/>
                    <a:pt x="3086" y="1"/>
                  </a:cubicBezTo>
                  <a:close/>
                </a:path>
              </a:pathLst>
            </a:custGeom>
            <a:solidFill>
              <a:srgbClr val="BA613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2" name="Google Shape;1333;p49"/>
            <p:cNvSpPr/>
            <p:nvPr/>
          </p:nvSpPr>
          <p:spPr>
            <a:xfrm flipH="1">
              <a:off x="7095960" y="1315800"/>
              <a:ext cx="23040" cy="111240"/>
            </a:xfrm>
            <a:custGeom>
              <a:avLst/>
              <a:gdLst>
                <a:gd name="textAreaLeft" fmla="*/ 360 w 23040"/>
                <a:gd name="textAreaRight" fmla="*/ 23760 w 23040"/>
                <a:gd name="textAreaTop" fmla="*/ 0 h 111240"/>
                <a:gd name="textAreaBottom" fmla="*/ 111600 h 111240"/>
              </a:gdLst>
              <a:ahLst/>
              <a:cxnLst/>
              <a:rect l="textAreaLeft" t="textAreaTop" r="textAreaRight" b="textAreaBottom"/>
              <a:pathLst>
                <a:path w="323" h="1538">
                  <a:moveTo>
                    <a:pt x="250" y="1"/>
                  </a:moveTo>
                  <a:cubicBezTo>
                    <a:pt x="235" y="1"/>
                    <a:pt x="220" y="381"/>
                    <a:pt x="177" y="820"/>
                  </a:cubicBezTo>
                  <a:cubicBezTo>
                    <a:pt x="177" y="1055"/>
                    <a:pt x="220" y="1289"/>
                    <a:pt x="162" y="1391"/>
                  </a:cubicBezTo>
                  <a:cubicBezTo>
                    <a:pt x="147" y="1450"/>
                    <a:pt x="89" y="1465"/>
                    <a:pt x="59" y="1479"/>
                  </a:cubicBezTo>
                  <a:cubicBezTo>
                    <a:pt x="16" y="1508"/>
                    <a:pt x="1" y="1508"/>
                    <a:pt x="1" y="1508"/>
                  </a:cubicBezTo>
                  <a:cubicBezTo>
                    <a:pt x="1" y="1523"/>
                    <a:pt x="16" y="1538"/>
                    <a:pt x="74" y="1538"/>
                  </a:cubicBezTo>
                  <a:cubicBezTo>
                    <a:pt x="133" y="1538"/>
                    <a:pt x="206" y="1523"/>
                    <a:pt x="250" y="1450"/>
                  </a:cubicBezTo>
                  <a:cubicBezTo>
                    <a:pt x="308" y="1377"/>
                    <a:pt x="323" y="1289"/>
                    <a:pt x="323" y="1172"/>
                  </a:cubicBezTo>
                  <a:lnTo>
                    <a:pt x="323" y="850"/>
                  </a:lnTo>
                  <a:cubicBezTo>
                    <a:pt x="308" y="396"/>
                    <a:pt x="294" y="1"/>
                    <a:pt x="25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5800" bIns="55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3" name="Google Shape;1334;p49"/>
            <p:cNvSpPr/>
            <p:nvPr/>
          </p:nvSpPr>
          <p:spPr>
            <a:xfrm flipH="1">
              <a:off x="7176960" y="1320120"/>
              <a:ext cx="6120" cy="27360"/>
            </a:xfrm>
            <a:custGeom>
              <a:avLst/>
              <a:gdLst>
                <a:gd name="textAreaLeft" fmla="*/ -360 w 6120"/>
                <a:gd name="textAreaRight" fmla="*/ 6120 w 6120"/>
                <a:gd name="textAreaTop" fmla="*/ 0 h 27360"/>
                <a:gd name="textAreaBottom" fmla="*/ 27720 h 27360"/>
              </a:gdLst>
              <a:ahLst/>
              <a:cxnLst/>
              <a:rect l="textAreaLeft" t="textAreaTop" r="textAreaRight" b="textAreaBottom"/>
              <a:pathLst>
                <a:path w="89" h="381">
                  <a:moveTo>
                    <a:pt x="30" y="0"/>
                  </a:moveTo>
                  <a:cubicBezTo>
                    <a:pt x="16" y="0"/>
                    <a:pt x="1" y="88"/>
                    <a:pt x="1" y="205"/>
                  </a:cubicBezTo>
                  <a:cubicBezTo>
                    <a:pt x="1" y="293"/>
                    <a:pt x="16" y="381"/>
                    <a:pt x="45" y="381"/>
                  </a:cubicBezTo>
                  <a:cubicBezTo>
                    <a:pt x="59" y="366"/>
                    <a:pt x="89" y="293"/>
                    <a:pt x="89" y="191"/>
                  </a:cubicBezTo>
                  <a:cubicBezTo>
                    <a:pt x="89" y="88"/>
                    <a:pt x="59" y="0"/>
                    <a:pt x="3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4" name="Google Shape;1335;p49"/>
            <p:cNvSpPr/>
            <p:nvPr/>
          </p:nvSpPr>
          <p:spPr>
            <a:xfrm flipH="1">
              <a:off x="7053840" y="1316880"/>
              <a:ext cx="8280" cy="28440"/>
            </a:xfrm>
            <a:custGeom>
              <a:avLst/>
              <a:gdLst>
                <a:gd name="textAreaLeft" fmla="*/ -360 w 8280"/>
                <a:gd name="textAreaRight" fmla="*/ 8280 w 8280"/>
                <a:gd name="textAreaTop" fmla="*/ 0 h 28440"/>
                <a:gd name="textAreaBottom" fmla="*/ 28800 h 28440"/>
              </a:gdLst>
              <a:ahLst/>
              <a:cxnLst/>
              <a:rect l="textAreaLeft" t="textAreaTop" r="textAreaRight" b="textAreaBottom"/>
              <a:pathLst>
                <a:path w="118" h="396">
                  <a:moveTo>
                    <a:pt x="59" y="0"/>
                  </a:moveTo>
                  <a:cubicBezTo>
                    <a:pt x="30" y="0"/>
                    <a:pt x="1" y="103"/>
                    <a:pt x="30" y="205"/>
                  </a:cubicBezTo>
                  <a:cubicBezTo>
                    <a:pt x="30" y="308"/>
                    <a:pt x="45" y="396"/>
                    <a:pt x="89" y="396"/>
                  </a:cubicBezTo>
                  <a:cubicBezTo>
                    <a:pt x="103" y="366"/>
                    <a:pt x="118" y="308"/>
                    <a:pt x="118" y="191"/>
                  </a:cubicBezTo>
                  <a:cubicBezTo>
                    <a:pt x="118" y="103"/>
                    <a:pt x="103" y="0"/>
                    <a:pt x="5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5" name="Google Shape;1336;p49"/>
            <p:cNvSpPr/>
            <p:nvPr/>
          </p:nvSpPr>
          <p:spPr>
            <a:xfrm flipH="1">
              <a:off x="7193880" y="1516680"/>
              <a:ext cx="68760" cy="119880"/>
            </a:xfrm>
            <a:custGeom>
              <a:avLst/>
              <a:gdLst>
                <a:gd name="textAreaLeft" fmla="*/ -360 w 68760"/>
                <a:gd name="textAreaRight" fmla="*/ 68760 w 68760"/>
                <a:gd name="textAreaTop" fmla="*/ 0 h 119880"/>
                <a:gd name="textAreaBottom" fmla="*/ 120240 h 119880"/>
              </a:gdLst>
              <a:ahLst/>
              <a:cxnLst/>
              <a:rect l="textAreaLeft" t="textAreaTop" r="textAreaRight" b="textAreaBottom"/>
              <a:pathLst>
                <a:path w="953" h="1655">
                  <a:moveTo>
                    <a:pt x="16" y="0"/>
                  </a:moveTo>
                  <a:cubicBezTo>
                    <a:pt x="1" y="293"/>
                    <a:pt x="1" y="586"/>
                    <a:pt x="89" y="864"/>
                  </a:cubicBezTo>
                  <a:cubicBezTo>
                    <a:pt x="162" y="1142"/>
                    <a:pt x="338" y="1391"/>
                    <a:pt x="601" y="1538"/>
                  </a:cubicBezTo>
                  <a:cubicBezTo>
                    <a:pt x="689" y="1596"/>
                    <a:pt x="835" y="1655"/>
                    <a:pt x="835" y="1655"/>
                  </a:cubicBezTo>
                  <a:cubicBezTo>
                    <a:pt x="835" y="1625"/>
                    <a:pt x="894" y="1450"/>
                    <a:pt x="894" y="1435"/>
                  </a:cubicBezTo>
                  <a:cubicBezTo>
                    <a:pt x="952" y="1113"/>
                    <a:pt x="923" y="894"/>
                    <a:pt x="909" y="586"/>
                  </a:cubicBezTo>
                  <a:lnTo>
                    <a:pt x="879" y="571"/>
                  </a:lnTo>
                  <a:cubicBezTo>
                    <a:pt x="528" y="484"/>
                    <a:pt x="235" y="279"/>
                    <a:pt x="16"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60120" bIns="60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6" name="Google Shape;1337;p49"/>
            <p:cNvSpPr/>
            <p:nvPr/>
          </p:nvSpPr>
          <p:spPr>
            <a:xfrm flipH="1">
              <a:off x="7331760" y="1287720"/>
              <a:ext cx="56160" cy="75600"/>
            </a:xfrm>
            <a:custGeom>
              <a:avLst/>
              <a:gdLst>
                <a:gd name="textAreaLeft" fmla="*/ 360 w 56160"/>
                <a:gd name="textAreaRight" fmla="*/ 56880 w 56160"/>
                <a:gd name="textAreaTop" fmla="*/ 0 h 75600"/>
                <a:gd name="textAreaBottom" fmla="*/ 75960 h 75600"/>
              </a:gdLst>
              <a:ahLst/>
              <a:cxnLst/>
              <a:rect l="textAreaLeft" t="textAreaTop" r="textAreaRight" b="textAreaBottom"/>
              <a:pathLst>
                <a:path w="776" h="1046">
                  <a:moveTo>
                    <a:pt x="87" y="1"/>
                  </a:moveTo>
                  <a:cubicBezTo>
                    <a:pt x="78" y="1"/>
                    <a:pt x="73" y="3"/>
                    <a:pt x="73" y="6"/>
                  </a:cubicBezTo>
                  <a:cubicBezTo>
                    <a:pt x="73" y="21"/>
                    <a:pt x="146" y="35"/>
                    <a:pt x="264" y="108"/>
                  </a:cubicBezTo>
                  <a:cubicBezTo>
                    <a:pt x="334" y="149"/>
                    <a:pt x="419" y="224"/>
                    <a:pt x="494" y="325"/>
                  </a:cubicBezTo>
                  <a:lnTo>
                    <a:pt x="494" y="325"/>
                  </a:lnTo>
                  <a:cubicBezTo>
                    <a:pt x="468" y="312"/>
                    <a:pt x="440" y="303"/>
                    <a:pt x="410" y="299"/>
                  </a:cubicBezTo>
                  <a:cubicBezTo>
                    <a:pt x="386" y="294"/>
                    <a:pt x="358" y="291"/>
                    <a:pt x="329" y="291"/>
                  </a:cubicBezTo>
                  <a:cubicBezTo>
                    <a:pt x="272" y="291"/>
                    <a:pt x="210" y="304"/>
                    <a:pt x="161" y="343"/>
                  </a:cubicBezTo>
                  <a:cubicBezTo>
                    <a:pt x="88" y="387"/>
                    <a:pt x="59" y="445"/>
                    <a:pt x="44" y="518"/>
                  </a:cubicBezTo>
                  <a:cubicBezTo>
                    <a:pt x="0" y="665"/>
                    <a:pt x="44" y="797"/>
                    <a:pt x="88" y="870"/>
                  </a:cubicBezTo>
                  <a:cubicBezTo>
                    <a:pt x="205" y="1016"/>
                    <a:pt x="337" y="1045"/>
                    <a:pt x="337" y="1045"/>
                  </a:cubicBezTo>
                  <a:cubicBezTo>
                    <a:pt x="351" y="1031"/>
                    <a:pt x="249" y="972"/>
                    <a:pt x="146" y="811"/>
                  </a:cubicBezTo>
                  <a:cubicBezTo>
                    <a:pt x="117" y="738"/>
                    <a:pt x="103" y="621"/>
                    <a:pt x="132" y="533"/>
                  </a:cubicBezTo>
                  <a:cubicBezTo>
                    <a:pt x="170" y="457"/>
                    <a:pt x="252" y="381"/>
                    <a:pt x="349" y="381"/>
                  </a:cubicBezTo>
                  <a:cubicBezTo>
                    <a:pt x="364" y="381"/>
                    <a:pt x="380" y="383"/>
                    <a:pt x="395" y="387"/>
                  </a:cubicBezTo>
                  <a:cubicBezTo>
                    <a:pt x="454" y="401"/>
                    <a:pt x="542" y="445"/>
                    <a:pt x="615" y="504"/>
                  </a:cubicBezTo>
                  <a:lnTo>
                    <a:pt x="776" y="606"/>
                  </a:lnTo>
                  <a:lnTo>
                    <a:pt x="673" y="445"/>
                  </a:lnTo>
                  <a:cubicBezTo>
                    <a:pt x="586" y="240"/>
                    <a:pt x="425" y="108"/>
                    <a:pt x="293" y="65"/>
                  </a:cubicBezTo>
                  <a:cubicBezTo>
                    <a:pt x="192" y="20"/>
                    <a:pt x="117" y="1"/>
                    <a:pt x="8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7800" bIns="37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7" name="Google Shape;1338;p49"/>
            <p:cNvSpPr/>
            <p:nvPr/>
          </p:nvSpPr>
          <p:spPr>
            <a:xfrm flipH="1">
              <a:off x="7107480" y="1422360"/>
              <a:ext cx="65520" cy="53280"/>
            </a:xfrm>
            <a:custGeom>
              <a:avLst/>
              <a:gdLst>
                <a:gd name="textAreaLeft" fmla="*/ 360 w 65520"/>
                <a:gd name="textAreaRight" fmla="*/ 66240 w 65520"/>
                <a:gd name="textAreaTop" fmla="*/ 0 h 53280"/>
                <a:gd name="textAreaBottom" fmla="*/ 53640 h 53280"/>
              </a:gdLst>
              <a:ahLst/>
              <a:cxnLst/>
              <a:rect l="textAreaLeft" t="textAreaTop" r="textAreaRight" b="textAreaBottom"/>
              <a:pathLst>
                <a:path w="908" h="737">
                  <a:moveTo>
                    <a:pt x="30" y="1"/>
                  </a:moveTo>
                  <a:cubicBezTo>
                    <a:pt x="15" y="1"/>
                    <a:pt x="0" y="74"/>
                    <a:pt x="15" y="206"/>
                  </a:cubicBezTo>
                  <a:cubicBezTo>
                    <a:pt x="30" y="337"/>
                    <a:pt x="117" y="498"/>
                    <a:pt x="264" y="601"/>
                  </a:cubicBezTo>
                  <a:cubicBezTo>
                    <a:pt x="400" y="700"/>
                    <a:pt x="546" y="736"/>
                    <a:pt x="668" y="736"/>
                  </a:cubicBezTo>
                  <a:cubicBezTo>
                    <a:pt x="690" y="736"/>
                    <a:pt x="712" y="735"/>
                    <a:pt x="732" y="733"/>
                  </a:cubicBezTo>
                  <a:cubicBezTo>
                    <a:pt x="849" y="718"/>
                    <a:pt x="908" y="689"/>
                    <a:pt x="908" y="659"/>
                  </a:cubicBezTo>
                  <a:cubicBezTo>
                    <a:pt x="901" y="652"/>
                    <a:pt x="879" y="652"/>
                    <a:pt x="844" y="652"/>
                  </a:cubicBezTo>
                  <a:cubicBezTo>
                    <a:pt x="809" y="652"/>
                    <a:pt x="762" y="652"/>
                    <a:pt x="703" y="645"/>
                  </a:cubicBezTo>
                  <a:cubicBezTo>
                    <a:pt x="600" y="645"/>
                    <a:pt x="454" y="601"/>
                    <a:pt x="322" y="513"/>
                  </a:cubicBezTo>
                  <a:cubicBezTo>
                    <a:pt x="191" y="425"/>
                    <a:pt x="117" y="293"/>
                    <a:pt x="88" y="191"/>
                  </a:cubicBezTo>
                  <a:cubicBezTo>
                    <a:pt x="44" y="74"/>
                    <a:pt x="44" y="1"/>
                    <a:pt x="3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6640" bIns="26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8" name="Google Shape;1339;p49"/>
            <p:cNvSpPr/>
            <p:nvPr/>
          </p:nvSpPr>
          <p:spPr>
            <a:xfrm flipH="1">
              <a:off x="7154640" y="1416600"/>
              <a:ext cx="34920" cy="21600"/>
            </a:xfrm>
            <a:custGeom>
              <a:avLst/>
              <a:gdLst>
                <a:gd name="textAreaLeft" fmla="*/ -360 w 34920"/>
                <a:gd name="textAreaRight" fmla="*/ 34920 w 34920"/>
                <a:gd name="textAreaTop" fmla="*/ 0 h 21600"/>
                <a:gd name="textAreaBottom" fmla="*/ 21960 h 21600"/>
              </a:gdLst>
              <a:ahLst/>
              <a:cxnLst/>
              <a:rect l="textAreaLeft" t="textAreaTop" r="textAreaRight" b="textAreaBottom"/>
              <a:pathLst>
                <a:path w="484" h="304">
                  <a:moveTo>
                    <a:pt x="347" y="1"/>
                  </a:moveTo>
                  <a:cubicBezTo>
                    <a:pt x="294" y="1"/>
                    <a:pt x="231" y="17"/>
                    <a:pt x="176" y="50"/>
                  </a:cubicBezTo>
                  <a:cubicBezTo>
                    <a:pt x="103" y="80"/>
                    <a:pt x="44" y="153"/>
                    <a:pt x="29" y="211"/>
                  </a:cubicBezTo>
                  <a:cubicBezTo>
                    <a:pt x="0" y="270"/>
                    <a:pt x="0" y="299"/>
                    <a:pt x="29" y="299"/>
                  </a:cubicBezTo>
                  <a:cubicBezTo>
                    <a:pt x="32" y="302"/>
                    <a:pt x="36" y="304"/>
                    <a:pt x="39" y="304"/>
                  </a:cubicBezTo>
                  <a:cubicBezTo>
                    <a:pt x="69" y="304"/>
                    <a:pt x="117" y="203"/>
                    <a:pt x="234" y="138"/>
                  </a:cubicBezTo>
                  <a:cubicBezTo>
                    <a:pt x="351" y="65"/>
                    <a:pt x="483" y="80"/>
                    <a:pt x="483" y="50"/>
                  </a:cubicBezTo>
                  <a:cubicBezTo>
                    <a:pt x="483" y="36"/>
                    <a:pt x="454" y="6"/>
                    <a:pt x="395" y="6"/>
                  </a:cubicBezTo>
                  <a:cubicBezTo>
                    <a:pt x="381" y="3"/>
                    <a:pt x="364" y="1"/>
                    <a:pt x="3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9" name="Google Shape;1340;p49"/>
            <p:cNvSpPr/>
            <p:nvPr/>
          </p:nvSpPr>
          <p:spPr>
            <a:xfrm flipH="1">
              <a:off x="6868800" y="2391840"/>
              <a:ext cx="764280" cy="1453680"/>
            </a:xfrm>
            <a:custGeom>
              <a:avLst/>
              <a:gdLst>
                <a:gd name="textAreaLeft" fmla="*/ -360 w 764280"/>
                <a:gd name="textAreaRight" fmla="*/ 764280 w 764280"/>
                <a:gd name="textAreaTop" fmla="*/ 0 h 1453680"/>
                <a:gd name="textAreaBottom" fmla="*/ 1454040 h 1453680"/>
              </a:gdLst>
              <a:ahLst/>
              <a:cxnLst/>
              <a:rect l="textAreaLeft" t="textAreaTop" r="textAreaRight" b="textAreaBottom"/>
              <a:pathLst>
                <a:path w="10527" h="20021">
                  <a:moveTo>
                    <a:pt x="9209" y="1"/>
                  </a:moveTo>
                  <a:lnTo>
                    <a:pt x="0" y="4188"/>
                  </a:lnTo>
                  <a:cubicBezTo>
                    <a:pt x="0" y="4188"/>
                    <a:pt x="937" y="7584"/>
                    <a:pt x="2328" y="11830"/>
                  </a:cubicBezTo>
                  <a:cubicBezTo>
                    <a:pt x="2474" y="14260"/>
                    <a:pt x="1479" y="16500"/>
                    <a:pt x="293" y="18695"/>
                  </a:cubicBezTo>
                  <a:lnTo>
                    <a:pt x="1816" y="19281"/>
                  </a:lnTo>
                  <a:cubicBezTo>
                    <a:pt x="3093" y="19772"/>
                    <a:pt x="4444" y="20021"/>
                    <a:pt x="5797" y="20021"/>
                  </a:cubicBezTo>
                  <a:cubicBezTo>
                    <a:pt x="7189" y="20021"/>
                    <a:pt x="8583" y="19757"/>
                    <a:pt x="9897" y="19223"/>
                  </a:cubicBezTo>
                  <a:cubicBezTo>
                    <a:pt x="10292" y="19076"/>
                    <a:pt x="10526" y="18959"/>
                    <a:pt x="10497" y="18900"/>
                  </a:cubicBezTo>
                  <a:cubicBezTo>
                    <a:pt x="10438" y="18695"/>
                    <a:pt x="10482" y="10248"/>
                    <a:pt x="10307" y="3953"/>
                  </a:cubicBezTo>
                  <a:cubicBezTo>
                    <a:pt x="10263" y="2826"/>
                    <a:pt x="9267" y="894"/>
                    <a:pt x="9209"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0" name="Google Shape;1341;p49"/>
            <p:cNvSpPr/>
            <p:nvPr/>
          </p:nvSpPr>
          <p:spPr>
            <a:xfrm flipH="1">
              <a:off x="6852600" y="2673360"/>
              <a:ext cx="780120" cy="83880"/>
            </a:xfrm>
            <a:custGeom>
              <a:avLst/>
              <a:gdLst>
                <a:gd name="textAreaLeft" fmla="*/ -360 w 780120"/>
                <a:gd name="textAreaRight" fmla="*/ 780120 w 780120"/>
                <a:gd name="textAreaTop" fmla="*/ 0 h 83880"/>
                <a:gd name="textAreaBottom" fmla="*/ 84240 h 83880"/>
              </a:gdLst>
              <a:ahLst/>
              <a:cxnLst/>
              <a:rect l="textAreaLeft" t="textAreaTop" r="textAreaRight" b="textAreaBottom"/>
              <a:pathLst>
                <a:path w="10746" h="1158">
                  <a:moveTo>
                    <a:pt x="7262" y="0"/>
                  </a:moveTo>
                  <a:lnTo>
                    <a:pt x="7247" y="15"/>
                  </a:lnTo>
                  <a:cubicBezTo>
                    <a:pt x="6808" y="439"/>
                    <a:pt x="6193" y="703"/>
                    <a:pt x="5505" y="879"/>
                  </a:cubicBezTo>
                  <a:cubicBezTo>
                    <a:pt x="4918" y="1005"/>
                    <a:pt x="4332" y="1068"/>
                    <a:pt x="3788" y="1068"/>
                  </a:cubicBezTo>
                  <a:cubicBezTo>
                    <a:pt x="3639" y="1068"/>
                    <a:pt x="3494" y="1064"/>
                    <a:pt x="3353" y="1054"/>
                  </a:cubicBezTo>
                  <a:cubicBezTo>
                    <a:pt x="2679" y="1025"/>
                    <a:pt x="2094" y="908"/>
                    <a:pt x="1596" y="805"/>
                  </a:cubicBezTo>
                  <a:cubicBezTo>
                    <a:pt x="1098" y="674"/>
                    <a:pt x="703" y="557"/>
                    <a:pt x="425" y="483"/>
                  </a:cubicBezTo>
                  <a:cubicBezTo>
                    <a:pt x="293" y="454"/>
                    <a:pt x="205" y="410"/>
                    <a:pt x="117" y="396"/>
                  </a:cubicBezTo>
                  <a:cubicBezTo>
                    <a:pt x="44" y="381"/>
                    <a:pt x="0" y="381"/>
                    <a:pt x="0" y="381"/>
                  </a:cubicBezTo>
                  <a:lnTo>
                    <a:pt x="0" y="381"/>
                  </a:lnTo>
                  <a:cubicBezTo>
                    <a:pt x="0" y="381"/>
                    <a:pt x="44" y="396"/>
                    <a:pt x="117" y="410"/>
                  </a:cubicBezTo>
                  <a:cubicBezTo>
                    <a:pt x="205" y="454"/>
                    <a:pt x="293" y="483"/>
                    <a:pt x="425" y="527"/>
                  </a:cubicBezTo>
                  <a:cubicBezTo>
                    <a:pt x="703" y="615"/>
                    <a:pt x="1084" y="732"/>
                    <a:pt x="1581" y="849"/>
                  </a:cubicBezTo>
                  <a:cubicBezTo>
                    <a:pt x="2065" y="981"/>
                    <a:pt x="2679" y="1113"/>
                    <a:pt x="3353" y="1142"/>
                  </a:cubicBezTo>
                  <a:cubicBezTo>
                    <a:pt x="3508" y="1153"/>
                    <a:pt x="3669" y="1158"/>
                    <a:pt x="3833" y="1158"/>
                  </a:cubicBezTo>
                  <a:cubicBezTo>
                    <a:pt x="4366" y="1158"/>
                    <a:pt x="4941" y="1101"/>
                    <a:pt x="5534" y="966"/>
                  </a:cubicBezTo>
                  <a:cubicBezTo>
                    <a:pt x="6193" y="809"/>
                    <a:pt x="6824" y="539"/>
                    <a:pt x="7276" y="116"/>
                  </a:cubicBezTo>
                  <a:lnTo>
                    <a:pt x="7276" y="116"/>
                  </a:lnTo>
                  <a:cubicBezTo>
                    <a:pt x="8174" y="521"/>
                    <a:pt x="9020" y="735"/>
                    <a:pt x="9660" y="735"/>
                  </a:cubicBezTo>
                  <a:cubicBezTo>
                    <a:pt x="9701" y="735"/>
                    <a:pt x="9741" y="734"/>
                    <a:pt x="9780" y="732"/>
                  </a:cubicBezTo>
                  <a:cubicBezTo>
                    <a:pt x="10102" y="688"/>
                    <a:pt x="10336" y="586"/>
                    <a:pt x="10512" y="513"/>
                  </a:cubicBezTo>
                  <a:cubicBezTo>
                    <a:pt x="10599" y="469"/>
                    <a:pt x="10658" y="439"/>
                    <a:pt x="10687" y="410"/>
                  </a:cubicBezTo>
                  <a:cubicBezTo>
                    <a:pt x="10731" y="396"/>
                    <a:pt x="10746" y="381"/>
                    <a:pt x="10746" y="381"/>
                  </a:cubicBezTo>
                  <a:lnTo>
                    <a:pt x="10746" y="381"/>
                  </a:lnTo>
                  <a:cubicBezTo>
                    <a:pt x="10746" y="381"/>
                    <a:pt x="10658" y="410"/>
                    <a:pt x="10512" y="469"/>
                  </a:cubicBezTo>
                  <a:cubicBezTo>
                    <a:pt x="10336" y="542"/>
                    <a:pt x="10102" y="630"/>
                    <a:pt x="9794" y="659"/>
                  </a:cubicBezTo>
                  <a:cubicBezTo>
                    <a:pt x="9758" y="661"/>
                    <a:pt x="9721" y="662"/>
                    <a:pt x="9684" y="662"/>
                  </a:cubicBezTo>
                  <a:cubicBezTo>
                    <a:pt x="9052" y="662"/>
                    <a:pt x="8218" y="430"/>
                    <a:pt x="7305" y="15"/>
                  </a:cubicBezTo>
                  <a:lnTo>
                    <a:pt x="7262" y="0"/>
                  </a:ln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42120" bIns="42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1" name="Google Shape;1342;p49"/>
            <p:cNvSpPr/>
            <p:nvPr/>
          </p:nvSpPr>
          <p:spPr>
            <a:xfrm flipH="1">
              <a:off x="7105680" y="2115360"/>
              <a:ext cx="59400" cy="563040"/>
            </a:xfrm>
            <a:custGeom>
              <a:avLst/>
              <a:gdLst>
                <a:gd name="textAreaLeft" fmla="*/ -360 w 59400"/>
                <a:gd name="textAreaRight" fmla="*/ 59400 w 59400"/>
                <a:gd name="textAreaTop" fmla="*/ 0 h 563040"/>
                <a:gd name="textAreaBottom" fmla="*/ 563400 h 563040"/>
              </a:gdLst>
              <a:ahLst/>
              <a:cxnLst/>
              <a:rect l="textAreaLeft" t="textAreaTop" r="textAreaRight" b="textAreaBottom"/>
              <a:pathLst>
                <a:path w="821" h="7760">
                  <a:moveTo>
                    <a:pt x="15" y="1"/>
                  </a:moveTo>
                  <a:cubicBezTo>
                    <a:pt x="1" y="1"/>
                    <a:pt x="15" y="103"/>
                    <a:pt x="45" y="308"/>
                  </a:cubicBezTo>
                  <a:cubicBezTo>
                    <a:pt x="59" y="513"/>
                    <a:pt x="89" y="806"/>
                    <a:pt x="132" y="1128"/>
                  </a:cubicBezTo>
                  <a:cubicBezTo>
                    <a:pt x="220" y="1845"/>
                    <a:pt x="337" y="2811"/>
                    <a:pt x="440" y="3880"/>
                  </a:cubicBezTo>
                  <a:cubicBezTo>
                    <a:pt x="572" y="4949"/>
                    <a:pt x="660" y="5930"/>
                    <a:pt x="718" y="6618"/>
                  </a:cubicBezTo>
                  <a:cubicBezTo>
                    <a:pt x="733" y="6954"/>
                    <a:pt x="777" y="7218"/>
                    <a:pt x="791" y="7437"/>
                  </a:cubicBezTo>
                  <a:cubicBezTo>
                    <a:pt x="806" y="7642"/>
                    <a:pt x="821" y="7759"/>
                    <a:pt x="821" y="7759"/>
                  </a:cubicBezTo>
                  <a:lnTo>
                    <a:pt x="821" y="7437"/>
                  </a:lnTo>
                  <a:cubicBezTo>
                    <a:pt x="821" y="7247"/>
                    <a:pt x="806" y="6954"/>
                    <a:pt x="791" y="6603"/>
                  </a:cubicBezTo>
                  <a:cubicBezTo>
                    <a:pt x="733" y="5900"/>
                    <a:pt x="660" y="4934"/>
                    <a:pt x="557" y="3851"/>
                  </a:cubicBezTo>
                  <a:cubicBezTo>
                    <a:pt x="425" y="2782"/>
                    <a:pt x="308" y="1801"/>
                    <a:pt x="206" y="1113"/>
                  </a:cubicBezTo>
                  <a:cubicBezTo>
                    <a:pt x="147" y="762"/>
                    <a:pt x="118" y="484"/>
                    <a:pt x="74" y="293"/>
                  </a:cubicBezTo>
                  <a:cubicBezTo>
                    <a:pt x="59" y="103"/>
                    <a:pt x="15" y="1"/>
                    <a:pt x="15"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2" name="Google Shape;1343;p49"/>
            <p:cNvSpPr/>
            <p:nvPr/>
          </p:nvSpPr>
          <p:spPr>
            <a:xfrm flipH="1">
              <a:off x="7345080" y="2410920"/>
              <a:ext cx="164520" cy="179280"/>
            </a:xfrm>
            <a:custGeom>
              <a:avLst/>
              <a:gdLst>
                <a:gd name="textAreaLeft" fmla="*/ -360 w 164520"/>
                <a:gd name="textAreaRight" fmla="*/ 164520 w 164520"/>
                <a:gd name="textAreaTop" fmla="*/ 0 h 179280"/>
                <a:gd name="textAreaBottom" fmla="*/ 179640 h 179280"/>
              </a:gdLst>
              <a:ahLst/>
              <a:cxnLst/>
              <a:rect l="textAreaLeft" t="textAreaTop" r="textAreaRight" b="textAreaBottom"/>
              <a:pathLst>
                <a:path w="2270" h="2473">
                  <a:moveTo>
                    <a:pt x="132" y="0"/>
                  </a:moveTo>
                  <a:cubicBezTo>
                    <a:pt x="132" y="0"/>
                    <a:pt x="249" y="30"/>
                    <a:pt x="440" y="44"/>
                  </a:cubicBezTo>
                  <a:cubicBezTo>
                    <a:pt x="659" y="59"/>
                    <a:pt x="937" y="74"/>
                    <a:pt x="1289" y="117"/>
                  </a:cubicBezTo>
                  <a:cubicBezTo>
                    <a:pt x="1464" y="132"/>
                    <a:pt x="1669" y="147"/>
                    <a:pt x="1874" y="176"/>
                  </a:cubicBezTo>
                  <a:cubicBezTo>
                    <a:pt x="1962" y="191"/>
                    <a:pt x="2079" y="191"/>
                    <a:pt x="2123" y="264"/>
                  </a:cubicBezTo>
                  <a:cubicBezTo>
                    <a:pt x="2182" y="337"/>
                    <a:pt x="2182" y="469"/>
                    <a:pt x="2182" y="571"/>
                  </a:cubicBezTo>
                  <a:cubicBezTo>
                    <a:pt x="2182" y="806"/>
                    <a:pt x="2182" y="1069"/>
                    <a:pt x="2123" y="1303"/>
                  </a:cubicBezTo>
                  <a:cubicBezTo>
                    <a:pt x="2094" y="1567"/>
                    <a:pt x="1977" y="1801"/>
                    <a:pt x="1801" y="1977"/>
                  </a:cubicBezTo>
                  <a:cubicBezTo>
                    <a:pt x="1611" y="2167"/>
                    <a:pt x="1377" y="2299"/>
                    <a:pt x="1142" y="2343"/>
                  </a:cubicBezTo>
                  <a:cubicBezTo>
                    <a:pt x="1025" y="2372"/>
                    <a:pt x="901" y="2390"/>
                    <a:pt x="780" y="2390"/>
                  </a:cubicBezTo>
                  <a:cubicBezTo>
                    <a:pt x="659" y="2390"/>
                    <a:pt x="542" y="2372"/>
                    <a:pt x="440" y="2328"/>
                  </a:cubicBezTo>
                  <a:cubicBezTo>
                    <a:pt x="264" y="2240"/>
                    <a:pt x="176" y="2021"/>
                    <a:pt x="132" y="1816"/>
                  </a:cubicBezTo>
                  <a:cubicBezTo>
                    <a:pt x="103" y="1611"/>
                    <a:pt x="118" y="1435"/>
                    <a:pt x="118" y="1245"/>
                  </a:cubicBezTo>
                  <a:cubicBezTo>
                    <a:pt x="132" y="908"/>
                    <a:pt x="191" y="630"/>
                    <a:pt x="220" y="425"/>
                  </a:cubicBezTo>
                  <a:cubicBezTo>
                    <a:pt x="279" y="220"/>
                    <a:pt x="293" y="117"/>
                    <a:pt x="293" y="117"/>
                  </a:cubicBezTo>
                  <a:lnTo>
                    <a:pt x="293" y="117"/>
                  </a:lnTo>
                  <a:lnTo>
                    <a:pt x="264" y="147"/>
                  </a:lnTo>
                  <a:cubicBezTo>
                    <a:pt x="249" y="205"/>
                    <a:pt x="205" y="278"/>
                    <a:pt x="191" y="366"/>
                  </a:cubicBezTo>
                  <a:cubicBezTo>
                    <a:pt x="132" y="571"/>
                    <a:pt x="74" y="849"/>
                    <a:pt x="44" y="1215"/>
                  </a:cubicBezTo>
                  <a:cubicBezTo>
                    <a:pt x="30" y="1376"/>
                    <a:pt x="1" y="1581"/>
                    <a:pt x="44" y="1801"/>
                  </a:cubicBezTo>
                  <a:cubicBezTo>
                    <a:pt x="44" y="1903"/>
                    <a:pt x="74" y="2021"/>
                    <a:pt x="132" y="2123"/>
                  </a:cubicBezTo>
                  <a:cubicBezTo>
                    <a:pt x="191" y="2240"/>
                    <a:pt x="279" y="2328"/>
                    <a:pt x="396" y="2387"/>
                  </a:cubicBezTo>
                  <a:cubicBezTo>
                    <a:pt x="501" y="2450"/>
                    <a:pt x="617" y="2473"/>
                    <a:pt x="738" y="2473"/>
                  </a:cubicBezTo>
                  <a:cubicBezTo>
                    <a:pt x="869" y="2473"/>
                    <a:pt x="1006" y="2446"/>
                    <a:pt x="1142" y="2416"/>
                  </a:cubicBezTo>
                  <a:cubicBezTo>
                    <a:pt x="1391" y="2372"/>
                    <a:pt x="1655" y="2240"/>
                    <a:pt x="1860" y="2035"/>
                  </a:cubicBezTo>
                  <a:cubicBezTo>
                    <a:pt x="2050" y="1830"/>
                    <a:pt x="2167" y="1567"/>
                    <a:pt x="2226" y="1303"/>
                  </a:cubicBezTo>
                  <a:cubicBezTo>
                    <a:pt x="2270" y="1054"/>
                    <a:pt x="2270" y="791"/>
                    <a:pt x="2270" y="557"/>
                  </a:cubicBezTo>
                  <a:cubicBezTo>
                    <a:pt x="2270" y="425"/>
                    <a:pt x="2270" y="293"/>
                    <a:pt x="2196" y="191"/>
                  </a:cubicBezTo>
                  <a:cubicBezTo>
                    <a:pt x="2167" y="132"/>
                    <a:pt x="2094" y="117"/>
                    <a:pt x="2035" y="103"/>
                  </a:cubicBezTo>
                  <a:cubicBezTo>
                    <a:pt x="1977" y="74"/>
                    <a:pt x="1933" y="74"/>
                    <a:pt x="1874" y="74"/>
                  </a:cubicBezTo>
                  <a:cubicBezTo>
                    <a:pt x="1655" y="59"/>
                    <a:pt x="1464" y="59"/>
                    <a:pt x="1289" y="44"/>
                  </a:cubicBezTo>
                  <a:cubicBezTo>
                    <a:pt x="937" y="30"/>
                    <a:pt x="659" y="30"/>
                    <a:pt x="440"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89640" bIns="89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3" name="Google Shape;1344;p49"/>
            <p:cNvSpPr/>
            <p:nvPr/>
          </p:nvSpPr>
          <p:spPr>
            <a:xfrm flipH="1">
              <a:off x="7081200" y="1596600"/>
              <a:ext cx="83880" cy="430200"/>
            </a:xfrm>
            <a:custGeom>
              <a:avLst/>
              <a:gdLst>
                <a:gd name="textAreaLeft" fmla="*/ -360 w 83880"/>
                <a:gd name="textAreaRight" fmla="*/ 83880 w 83880"/>
                <a:gd name="textAreaTop" fmla="*/ 0 h 430200"/>
                <a:gd name="textAreaBottom" fmla="*/ 430560 h 430200"/>
              </a:gdLst>
              <a:ahLst/>
              <a:cxnLst/>
              <a:rect l="textAreaLeft" t="textAreaTop" r="textAreaRight" b="textAreaBottom"/>
              <a:pathLst>
                <a:path w="1158" h="5930">
                  <a:moveTo>
                    <a:pt x="1" y="0"/>
                  </a:moveTo>
                  <a:lnTo>
                    <a:pt x="1" y="5929"/>
                  </a:lnTo>
                  <a:cubicBezTo>
                    <a:pt x="1" y="5929"/>
                    <a:pt x="1157" y="2460"/>
                    <a:pt x="923" y="1830"/>
                  </a:cubicBezTo>
                  <a:cubicBezTo>
                    <a:pt x="674" y="1216"/>
                    <a:pt x="1" y="0"/>
                    <a:pt x="1"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4" name="Google Shape;1345;p49"/>
            <p:cNvSpPr/>
            <p:nvPr/>
          </p:nvSpPr>
          <p:spPr>
            <a:xfrm flipH="1">
              <a:off x="7275960" y="3311280"/>
              <a:ext cx="171000" cy="435600"/>
            </a:xfrm>
            <a:custGeom>
              <a:avLst/>
              <a:gdLst>
                <a:gd name="textAreaLeft" fmla="*/ -360 w 171000"/>
                <a:gd name="textAreaRight" fmla="*/ 171000 w 171000"/>
                <a:gd name="textAreaTop" fmla="*/ 0 h 435600"/>
                <a:gd name="textAreaBottom" fmla="*/ 435960 h 435600"/>
              </a:gdLst>
              <a:ahLst/>
              <a:cxnLst/>
              <a:rect l="textAreaLeft" t="textAreaTop" r="textAreaRight" b="textAreaBottom"/>
              <a:pathLst>
                <a:path w="2358" h="6004">
                  <a:moveTo>
                    <a:pt x="31" y="1"/>
                  </a:moveTo>
                  <a:cubicBezTo>
                    <a:pt x="30" y="1"/>
                    <a:pt x="30" y="1"/>
                    <a:pt x="30" y="1"/>
                  </a:cubicBezTo>
                  <a:cubicBezTo>
                    <a:pt x="0" y="16"/>
                    <a:pt x="498" y="1362"/>
                    <a:pt x="1128" y="3017"/>
                  </a:cubicBezTo>
                  <a:cubicBezTo>
                    <a:pt x="1768" y="4677"/>
                    <a:pt x="2322" y="6003"/>
                    <a:pt x="2342" y="6003"/>
                  </a:cubicBezTo>
                  <a:cubicBezTo>
                    <a:pt x="2342" y="6003"/>
                    <a:pt x="2343" y="6003"/>
                    <a:pt x="2343" y="6003"/>
                  </a:cubicBezTo>
                  <a:cubicBezTo>
                    <a:pt x="2357" y="6003"/>
                    <a:pt x="1874" y="4642"/>
                    <a:pt x="1245" y="2973"/>
                  </a:cubicBezTo>
                  <a:cubicBezTo>
                    <a:pt x="607" y="1336"/>
                    <a:pt x="70" y="1"/>
                    <a:pt x="31"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5" name="Google Shape;1346;p49"/>
            <p:cNvSpPr/>
            <p:nvPr/>
          </p:nvSpPr>
          <p:spPr>
            <a:xfrm flipH="1">
              <a:off x="7369560" y="3380400"/>
              <a:ext cx="52920" cy="302760"/>
            </a:xfrm>
            <a:custGeom>
              <a:avLst/>
              <a:gdLst>
                <a:gd name="textAreaLeft" fmla="*/ -360 w 52920"/>
                <a:gd name="textAreaRight" fmla="*/ 52920 w 52920"/>
                <a:gd name="textAreaTop" fmla="*/ 0 h 302760"/>
                <a:gd name="textAreaBottom" fmla="*/ 303120 h 302760"/>
              </a:gdLst>
              <a:ahLst/>
              <a:cxnLst/>
              <a:rect l="textAreaLeft" t="textAreaTop" r="textAreaRight" b="textAreaBottom"/>
              <a:pathLst>
                <a:path w="733" h="4173">
                  <a:moveTo>
                    <a:pt x="1" y="1"/>
                  </a:moveTo>
                  <a:cubicBezTo>
                    <a:pt x="1" y="1"/>
                    <a:pt x="45" y="235"/>
                    <a:pt x="118" y="601"/>
                  </a:cubicBezTo>
                  <a:cubicBezTo>
                    <a:pt x="206" y="967"/>
                    <a:pt x="323" y="1494"/>
                    <a:pt x="411" y="2065"/>
                  </a:cubicBezTo>
                  <a:cubicBezTo>
                    <a:pt x="513" y="2650"/>
                    <a:pt x="572" y="3163"/>
                    <a:pt x="630" y="3543"/>
                  </a:cubicBezTo>
                  <a:cubicBezTo>
                    <a:pt x="689" y="3924"/>
                    <a:pt x="704" y="4173"/>
                    <a:pt x="733" y="4173"/>
                  </a:cubicBezTo>
                  <a:cubicBezTo>
                    <a:pt x="733" y="4173"/>
                    <a:pt x="733" y="3924"/>
                    <a:pt x="689" y="3529"/>
                  </a:cubicBezTo>
                  <a:cubicBezTo>
                    <a:pt x="674" y="3148"/>
                    <a:pt x="601" y="2636"/>
                    <a:pt x="513" y="2050"/>
                  </a:cubicBezTo>
                  <a:cubicBezTo>
                    <a:pt x="396" y="1479"/>
                    <a:pt x="294" y="952"/>
                    <a:pt x="177" y="586"/>
                  </a:cubicBezTo>
                  <a:cubicBezTo>
                    <a:pt x="89" y="220"/>
                    <a:pt x="16" y="1"/>
                    <a:pt x="1"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6" name="Google Shape;1347;p49"/>
            <p:cNvSpPr/>
            <p:nvPr/>
          </p:nvSpPr>
          <p:spPr>
            <a:xfrm flipH="1">
              <a:off x="6388560" y="4666680"/>
              <a:ext cx="388800" cy="146520"/>
            </a:xfrm>
            <a:custGeom>
              <a:avLst/>
              <a:gdLst>
                <a:gd name="textAreaLeft" fmla="*/ 360 w 388800"/>
                <a:gd name="textAreaRight" fmla="*/ 389520 w 388800"/>
                <a:gd name="textAreaTop" fmla="*/ 0 h 146520"/>
                <a:gd name="textAreaBottom" fmla="*/ 146880 h 146520"/>
              </a:gdLst>
              <a:ahLst/>
              <a:cxnLst/>
              <a:rect l="textAreaLeft" t="textAreaTop" r="textAreaRight" b="textAreaBottom"/>
              <a:pathLst>
                <a:path w="5359" h="2021">
                  <a:moveTo>
                    <a:pt x="4791" y="1"/>
                  </a:moveTo>
                  <a:cubicBezTo>
                    <a:pt x="4271" y="1"/>
                    <a:pt x="3529" y="118"/>
                    <a:pt x="3529" y="118"/>
                  </a:cubicBezTo>
                  <a:lnTo>
                    <a:pt x="1" y="2021"/>
                  </a:lnTo>
                  <a:cubicBezTo>
                    <a:pt x="1" y="2021"/>
                    <a:pt x="5359" y="352"/>
                    <a:pt x="5286" y="118"/>
                  </a:cubicBezTo>
                  <a:cubicBezTo>
                    <a:pt x="5256" y="30"/>
                    <a:pt x="5051" y="1"/>
                    <a:pt x="4791"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73440" bIns="73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7" name="Google Shape;1348;p49"/>
            <p:cNvSpPr/>
            <p:nvPr/>
          </p:nvSpPr>
          <p:spPr>
            <a:xfrm flipH="1">
              <a:off x="7603920" y="4576320"/>
              <a:ext cx="337680" cy="269280"/>
            </a:xfrm>
            <a:custGeom>
              <a:avLst/>
              <a:gdLst>
                <a:gd name="textAreaLeft" fmla="*/ 360 w 337680"/>
                <a:gd name="textAreaRight" fmla="*/ 338400 w 337680"/>
                <a:gd name="textAreaTop" fmla="*/ 0 h 269280"/>
                <a:gd name="textAreaBottom" fmla="*/ 269640 h 269280"/>
              </a:gdLst>
              <a:ahLst/>
              <a:cxnLst/>
              <a:rect l="textAreaLeft" t="textAreaTop" r="textAreaRight" b="textAreaBottom"/>
              <a:pathLst>
                <a:path w="4657" h="3714">
                  <a:moveTo>
                    <a:pt x="1" y="0"/>
                  </a:moveTo>
                  <a:lnTo>
                    <a:pt x="1" y="146"/>
                  </a:lnTo>
                  <a:cubicBezTo>
                    <a:pt x="1" y="146"/>
                    <a:pt x="4035" y="3713"/>
                    <a:pt x="4498" y="3713"/>
                  </a:cubicBezTo>
                  <a:cubicBezTo>
                    <a:pt x="4520" y="3713"/>
                    <a:pt x="4534" y="3706"/>
                    <a:pt x="4539" y="3689"/>
                  </a:cubicBezTo>
                  <a:cubicBezTo>
                    <a:pt x="4656" y="3323"/>
                    <a:pt x="3895" y="2518"/>
                    <a:pt x="3895" y="2518"/>
                  </a:cubicBezTo>
                  <a:lnTo>
                    <a:pt x="1"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8" name="Google Shape;1349;p49"/>
            <p:cNvSpPr/>
            <p:nvPr/>
          </p:nvSpPr>
          <p:spPr>
            <a:xfrm flipH="1">
              <a:off x="6995160" y="1100880"/>
              <a:ext cx="351720" cy="186840"/>
            </a:xfrm>
            <a:custGeom>
              <a:avLst/>
              <a:gdLst>
                <a:gd name="textAreaLeft" fmla="*/ -360 w 351720"/>
                <a:gd name="textAreaRight" fmla="*/ 351720 w 351720"/>
                <a:gd name="textAreaTop" fmla="*/ 0 h 186840"/>
                <a:gd name="textAreaBottom" fmla="*/ 187200 h 186840"/>
              </a:gdLst>
              <a:ahLst/>
              <a:cxnLst/>
              <a:rect l="textAreaLeft" t="textAreaTop" r="textAreaRight" b="textAreaBottom"/>
              <a:pathLst>
                <a:path w="4847" h="2576">
                  <a:moveTo>
                    <a:pt x="2637" y="1"/>
                  </a:moveTo>
                  <a:cubicBezTo>
                    <a:pt x="2578" y="1"/>
                    <a:pt x="2519" y="2"/>
                    <a:pt x="2460" y="3"/>
                  </a:cubicBezTo>
                  <a:cubicBezTo>
                    <a:pt x="2035" y="3"/>
                    <a:pt x="1567" y="33"/>
                    <a:pt x="1172" y="179"/>
                  </a:cubicBezTo>
                  <a:cubicBezTo>
                    <a:pt x="747" y="326"/>
                    <a:pt x="381" y="618"/>
                    <a:pt x="176" y="1028"/>
                  </a:cubicBezTo>
                  <a:cubicBezTo>
                    <a:pt x="0" y="1423"/>
                    <a:pt x="30" y="1936"/>
                    <a:pt x="322" y="2273"/>
                  </a:cubicBezTo>
                  <a:lnTo>
                    <a:pt x="308" y="2331"/>
                  </a:lnTo>
                  <a:cubicBezTo>
                    <a:pt x="425" y="2419"/>
                    <a:pt x="527" y="2521"/>
                    <a:pt x="659" y="2565"/>
                  </a:cubicBezTo>
                  <a:cubicBezTo>
                    <a:pt x="693" y="2572"/>
                    <a:pt x="727" y="2576"/>
                    <a:pt x="761" y="2576"/>
                  </a:cubicBezTo>
                  <a:cubicBezTo>
                    <a:pt x="875" y="2576"/>
                    <a:pt x="983" y="2535"/>
                    <a:pt x="1040" y="2434"/>
                  </a:cubicBezTo>
                  <a:cubicBezTo>
                    <a:pt x="1098" y="2302"/>
                    <a:pt x="1040" y="2155"/>
                    <a:pt x="981" y="2009"/>
                  </a:cubicBezTo>
                  <a:cubicBezTo>
                    <a:pt x="908" y="1775"/>
                    <a:pt x="908" y="1497"/>
                    <a:pt x="1011" y="1262"/>
                  </a:cubicBezTo>
                  <a:cubicBezTo>
                    <a:pt x="1259" y="1570"/>
                    <a:pt x="1596" y="1833"/>
                    <a:pt x="1991" y="1907"/>
                  </a:cubicBezTo>
                  <a:cubicBezTo>
                    <a:pt x="2056" y="1918"/>
                    <a:pt x="2122" y="1924"/>
                    <a:pt x="2187" y="1924"/>
                  </a:cubicBezTo>
                  <a:cubicBezTo>
                    <a:pt x="2534" y="1924"/>
                    <a:pt x="2871" y="1763"/>
                    <a:pt x="3031" y="1467"/>
                  </a:cubicBezTo>
                  <a:cubicBezTo>
                    <a:pt x="3075" y="1833"/>
                    <a:pt x="3397" y="2082"/>
                    <a:pt x="3748" y="2199"/>
                  </a:cubicBezTo>
                  <a:cubicBezTo>
                    <a:pt x="3866" y="2230"/>
                    <a:pt x="3989" y="2251"/>
                    <a:pt x="4108" y="2251"/>
                  </a:cubicBezTo>
                  <a:cubicBezTo>
                    <a:pt x="4271" y="2251"/>
                    <a:pt x="4427" y="2213"/>
                    <a:pt x="4553" y="2112"/>
                  </a:cubicBezTo>
                  <a:cubicBezTo>
                    <a:pt x="4758" y="1965"/>
                    <a:pt x="4846" y="1687"/>
                    <a:pt x="4831" y="1423"/>
                  </a:cubicBezTo>
                  <a:cubicBezTo>
                    <a:pt x="4802" y="911"/>
                    <a:pt x="4422" y="472"/>
                    <a:pt x="3968" y="252"/>
                  </a:cubicBezTo>
                  <a:cubicBezTo>
                    <a:pt x="3565" y="57"/>
                    <a:pt x="3104" y="1"/>
                    <a:pt x="263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9" name="Google Shape;1350;p49"/>
            <p:cNvSpPr/>
            <p:nvPr/>
          </p:nvSpPr>
          <p:spPr>
            <a:xfrm flipH="1">
              <a:off x="7360920" y="1363680"/>
              <a:ext cx="46440" cy="55440"/>
            </a:xfrm>
            <a:custGeom>
              <a:avLst/>
              <a:gdLst>
                <a:gd name="textAreaLeft" fmla="*/ -360 w 46440"/>
                <a:gd name="textAreaRight" fmla="*/ 46440 w 46440"/>
                <a:gd name="textAreaTop" fmla="*/ 0 h 55440"/>
                <a:gd name="textAreaBottom" fmla="*/ 55800 h 55440"/>
              </a:gdLst>
              <a:ahLst/>
              <a:cxnLst/>
              <a:rect l="textAreaLeft" t="textAreaTop" r="textAreaRight" b="textAreaBottom"/>
              <a:pathLst>
                <a:path w="646" h="768">
                  <a:moveTo>
                    <a:pt x="425" y="0"/>
                  </a:moveTo>
                  <a:cubicBezTo>
                    <a:pt x="382" y="0"/>
                    <a:pt x="352" y="30"/>
                    <a:pt x="352" y="30"/>
                  </a:cubicBezTo>
                  <a:cubicBezTo>
                    <a:pt x="352" y="44"/>
                    <a:pt x="469" y="30"/>
                    <a:pt x="543" y="147"/>
                  </a:cubicBezTo>
                  <a:cubicBezTo>
                    <a:pt x="557" y="205"/>
                    <a:pt x="557" y="293"/>
                    <a:pt x="543" y="396"/>
                  </a:cubicBezTo>
                  <a:cubicBezTo>
                    <a:pt x="513" y="484"/>
                    <a:pt x="469" y="586"/>
                    <a:pt x="396" y="645"/>
                  </a:cubicBezTo>
                  <a:cubicBezTo>
                    <a:pt x="363" y="663"/>
                    <a:pt x="332" y="672"/>
                    <a:pt x="302" y="672"/>
                  </a:cubicBezTo>
                  <a:cubicBezTo>
                    <a:pt x="240" y="672"/>
                    <a:pt x="187" y="636"/>
                    <a:pt x="147" y="586"/>
                  </a:cubicBezTo>
                  <a:cubicBezTo>
                    <a:pt x="103" y="513"/>
                    <a:pt x="74" y="425"/>
                    <a:pt x="74" y="352"/>
                  </a:cubicBezTo>
                  <a:cubicBezTo>
                    <a:pt x="74" y="205"/>
                    <a:pt x="118" y="103"/>
                    <a:pt x="103" y="103"/>
                  </a:cubicBezTo>
                  <a:cubicBezTo>
                    <a:pt x="74" y="103"/>
                    <a:pt x="45" y="191"/>
                    <a:pt x="1" y="352"/>
                  </a:cubicBezTo>
                  <a:cubicBezTo>
                    <a:pt x="1" y="425"/>
                    <a:pt x="1" y="557"/>
                    <a:pt x="74" y="645"/>
                  </a:cubicBezTo>
                  <a:cubicBezTo>
                    <a:pt x="118" y="688"/>
                    <a:pt x="162" y="732"/>
                    <a:pt x="221" y="762"/>
                  </a:cubicBezTo>
                  <a:cubicBezTo>
                    <a:pt x="239" y="765"/>
                    <a:pt x="259" y="767"/>
                    <a:pt x="280" y="767"/>
                  </a:cubicBezTo>
                  <a:cubicBezTo>
                    <a:pt x="341" y="767"/>
                    <a:pt x="407" y="751"/>
                    <a:pt x="440" y="718"/>
                  </a:cubicBezTo>
                  <a:cubicBezTo>
                    <a:pt x="557" y="645"/>
                    <a:pt x="616" y="513"/>
                    <a:pt x="630" y="410"/>
                  </a:cubicBezTo>
                  <a:cubicBezTo>
                    <a:pt x="645" y="293"/>
                    <a:pt x="645" y="191"/>
                    <a:pt x="587" y="118"/>
                  </a:cubicBezTo>
                  <a:cubicBezTo>
                    <a:pt x="557" y="44"/>
                    <a:pt x="484" y="0"/>
                    <a:pt x="42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720" bIns="27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0" name="Google Shape;1351;p49"/>
            <p:cNvSpPr/>
            <p:nvPr/>
          </p:nvSpPr>
          <p:spPr>
            <a:xfrm flipH="1">
              <a:off x="7210800" y="1612440"/>
              <a:ext cx="272880" cy="430200"/>
            </a:xfrm>
            <a:custGeom>
              <a:avLst/>
              <a:gdLst>
                <a:gd name="textAreaLeft" fmla="*/ 360 w 272880"/>
                <a:gd name="textAreaRight" fmla="*/ 273600 w 272880"/>
                <a:gd name="textAreaTop" fmla="*/ 0 h 430200"/>
                <a:gd name="textAreaBottom" fmla="*/ 430560 h 430200"/>
              </a:gdLst>
              <a:ahLst/>
              <a:cxnLst/>
              <a:rect l="textAreaLeft" t="textAreaTop" r="textAreaRight" b="textAreaBottom"/>
              <a:pathLst>
                <a:path w="3763" h="5930">
                  <a:moveTo>
                    <a:pt x="659" y="0"/>
                  </a:moveTo>
                  <a:cubicBezTo>
                    <a:pt x="542" y="15"/>
                    <a:pt x="1" y="2123"/>
                    <a:pt x="557" y="2752"/>
                  </a:cubicBezTo>
                  <a:cubicBezTo>
                    <a:pt x="1157" y="3440"/>
                    <a:pt x="3763" y="5929"/>
                    <a:pt x="3763" y="5929"/>
                  </a:cubicBezTo>
                  <a:lnTo>
                    <a:pt x="659" y="0"/>
                  </a:ln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1" name="Google Shape;1352;p49"/>
            <p:cNvSpPr/>
            <p:nvPr/>
          </p:nvSpPr>
          <p:spPr>
            <a:xfrm flipH="1">
              <a:off x="7438320" y="2297160"/>
              <a:ext cx="191160" cy="398520"/>
            </a:xfrm>
            <a:custGeom>
              <a:avLst/>
              <a:gdLst>
                <a:gd name="textAreaLeft" fmla="*/ -360 w 191160"/>
                <a:gd name="textAreaRight" fmla="*/ 191160 w 191160"/>
                <a:gd name="textAreaTop" fmla="*/ 0 h 398520"/>
                <a:gd name="textAreaBottom" fmla="*/ 398880 h 398520"/>
              </a:gdLst>
              <a:ahLst/>
              <a:cxnLst/>
              <a:rect l="textAreaLeft" t="textAreaTop" r="textAreaRight" b="textAreaBottom"/>
              <a:pathLst>
                <a:path w="2636" h="5491">
                  <a:moveTo>
                    <a:pt x="2635" y="1"/>
                  </a:moveTo>
                  <a:cubicBezTo>
                    <a:pt x="2606" y="1"/>
                    <a:pt x="2562" y="74"/>
                    <a:pt x="2489" y="133"/>
                  </a:cubicBezTo>
                  <a:cubicBezTo>
                    <a:pt x="2372" y="250"/>
                    <a:pt x="2240" y="440"/>
                    <a:pt x="2094" y="674"/>
                  </a:cubicBezTo>
                  <a:cubicBezTo>
                    <a:pt x="1786" y="1157"/>
                    <a:pt x="1406" y="1816"/>
                    <a:pt x="1040" y="2577"/>
                  </a:cubicBezTo>
                  <a:cubicBezTo>
                    <a:pt x="674" y="3353"/>
                    <a:pt x="396" y="4085"/>
                    <a:pt x="235" y="4612"/>
                  </a:cubicBezTo>
                  <a:cubicBezTo>
                    <a:pt x="147" y="4891"/>
                    <a:pt x="88" y="5110"/>
                    <a:pt x="44" y="5256"/>
                  </a:cubicBezTo>
                  <a:cubicBezTo>
                    <a:pt x="15" y="5403"/>
                    <a:pt x="0" y="5491"/>
                    <a:pt x="0" y="5491"/>
                  </a:cubicBezTo>
                  <a:cubicBezTo>
                    <a:pt x="15" y="5491"/>
                    <a:pt x="30" y="5418"/>
                    <a:pt x="88" y="5271"/>
                  </a:cubicBezTo>
                  <a:cubicBezTo>
                    <a:pt x="147" y="5125"/>
                    <a:pt x="220" y="4905"/>
                    <a:pt x="308" y="4642"/>
                  </a:cubicBezTo>
                  <a:cubicBezTo>
                    <a:pt x="483" y="4129"/>
                    <a:pt x="762" y="3427"/>
                    <a:pt x="1128" y="2651"/>
                  </a:cubicBezTo>
                  <a:cubicBezTo>
                    <a:pt x="1479" y="1889"/>
                    <a:pt x="1859" y="1231"/>
                    <a:pt x="2152" y="748"/>
                  </a:cubicBezTo>
                  <a:cubicBezTo>
                    <a:pt x="2299" y="528"/>
                    <a:pt x="2416" y="323"/>
                    <a:pt x="2504" y="206"/>
                  </a:cubicBezTo>
                  <a:cubicBezTo>
                    <a:pt x="2591" y="74"/>
                    <a:pt x="2635" y="1"/>
                    <a:pt x="2635"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2" name="Google Shape;1353;p49"/>
            <p:cNvSpPr/>
            <p:nvPr/>
          </p:nvSpPr>
          <p:spPr>
            <a:xfrm flipH="1">
              <a:off x="7121880" y="2528280"/>
              <a:ext cx="320760" cy="245520"/>
            </a:xfrm>
            <a:custGeom>
              <a:avLst/>
              <a:gdLst>
                <a:gd name="textAreaLeft" fmla="*/ -360 w 320760"/>
                <a:gd name="textAreaRight" fmla="*/ 320760 w 320760"/>
                <a:gd name="textAreaTop" fmla="*/ 0 h 245520"/>
                <a:gd name="textAreaBottom" fmla="*/ 245880 h 245520"/>
              </a:gdLst>
              <a:ahLst/>
              <a:cxnLst/>
              <a:rect l="textAreaLeft" t="textAreaTop" r="textAreaRight" b="textAreaBottom"/>
              <a:pathLst>
                <a:path w="4422" h="3384">
                  <a:moveTo>
                    <a:pt x="3225" y="1"/>
                  </a:moveTo>
                  <a:cubicBezTo>
                    <a:pt x="2820" y="1"/>
                    <a:pt x="1348" y="389"/>
                    <a:pt x="1348" y="389"/>
                  </a:cubicBezTo>
                  <a:cubicBezTo>
                    <a:pt x="1348" y="389"/>
                    <a:pt x="1" y="2892"/>
                    <a:pt x="528" y="3097"/>
                  </a:cubicBezTo>
                  <a:cubicBezTo>
                    <a:pt x="528" y="3097"/>
                    <a:pt x="2100" y="3383"/>
                    <a:pt x="2663" y="3383"/>
                  </a:cubicBezTo>
                  <a:cubicBezTo>
                    <a:pt x="2749" y="3383"/>
                    <a:pt x="2812" y="3376"/>
                    <a:pt x="2841" y="3361"/>
                  </a:cubicBezTo>
                  <a:cubicBezTo>
                    <a:pt x="3075" y="3258"/>
                    <a:pt x="2197" y="2805"/>
                    <a:pt x="2197" y="2804"/>
                  </a:cubicBezTo>
                  <a:lnTo>
                    <a:pt x="2197" y="2804"/>
                  </a:lnTo>
                  <a:cubicBezTo>
                    <a:pt x="2197" y="2805"/>
                    <a:pt x="2893" y="3076"/>
                    <a:pt x="3226" y="3076"/>
                  </a:cubicBezTo>
                  <a:cubicBezTo>
                    <a:pt x="3279" y="3076"/>
                    <a:pt x="3323" y="3069"/>
                    <a:pt x="3353" y="3053"/>
                  </a:cubicBezTo>
                  <a:cubicBezTo>
                    <a:pt x="3573" y="2966"/>
                    <a:pt x="2358" y="2204"/>
                    <a:pt x="2358" y="2204"/>
                  </a:cubicBezTo>
                  <a:lnTo>
                    <a:pt x="2358" y="2204"/>
                  </a:lnTo>
                  <a:cubicBezTo>
                    <a:pt x="2358" y="2204"/>
                    <a:pt x="3219" y="2680"/>
                    <a:pt x="3593" y="2680"/>
                  </a:cubicBezTo>
                  <a:cubicBezTo>
                    <a:pt x="3668" y="2680"/>
                    <a:pt x="3724" y="2661"/>
                    <a:pt x="3749" y="2614"/>
                  </a:cubicBezTo>
                  <a:cubicBezTo>
                    <a:pt x="3895" y="2336"/>
                    <a:pt x="2578" y="1516"/>
                    <a:pt x="2577" y="1516"/>
                  </a:cubicBezTo>
                  <a:lnTo>
                    <a:pt x="2577" y="1516"/>
                  </a:lnTo>
                  <a:cubicBezTo>
                    <a:pt x="2578" y="1516"/>
                    <a:pt x="3625" y="2051"/>
                    <a:pt x="4049" y="2051"/>
                  </a:cubicBezTo>
                  <a:cubicBezTo>
                    <a:pt x="4121" y="2051"/>
                    <a:pt x="4175" y="2035"/>
                    <a:pt x="4202" y="1999"/>
                  </a:cubicBezTo>
                  <a:cubicBezTo>
                    <a:pt x="4422" y="1721"/>
                    <a:pt x="2519" y="755"/>
                    <a:pt x="2519" y="755"/>
                  </a:cubicBezTo>
                  <a:cubicBezTo>
                    <a:pt x="3148" y="623"/>
                    <a:pt x="3426" y="140"/>
                    <a:pt x="3324" y="23"/>
                  </a:cubicBezTo>
                  <a:cubicBezTo>
                    <a:pt x="3314" y="8"/>
                    <a:pt x="3279" y="1"/>
                    <a:pt x="3225" y="1"/>
                  </a:cubicBezTo>
                  <a:close/>
                </a:path>
              </a:pathLst>
            </a:custGeom>
            <a:solidFill>
              <a:srgbClr val="BA613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3" name="Google Shape;1354;p49"/>
            <p:cNvSpPr/>
            <p:nvPr/>
          </p:nvSpPr>
          <p:spPr>
            <a:xfrm flipH="1">
              <a:off x="7320240" y="1703880"/>
              <a:ext cx="835200" cy="1055520"/>
            </a:xfrm>
            <a:custGeom>
              <a:avLst/>
              <a:gdLst>
                <a:gd name="textAreaLeft" fmla="*/ 360 w 835200"/>
                <a:gd name="textAreaRight" fmla="*/ 835920 w 835200"/>
                <a:gd name="textAreaTop" fmla="*/ 0 h 1055520"/>
                <a:gd name="textAreaBottom" fmla="*/ 1055880 h 1055520"/>
              </a:gdLst>
              <a:ahLst/>
              <a:cxnLst/>
              <a:rect l="textAreaLeft" t="textAreaTop" r="textAreaRight" b="textAreaBottom"/>
              <a:pathLst>
                <a:path w="11508" h="14538">
                  <a:moveTo>
                    <a:pt x="7101" y="0"/>
                  </a:moveTo>
                  <a:cubicBezTo>
                    <a:pt x="7101" y="0"/>
                    <a:pt x="4758" y="2079"/>
                    <a:pt x="2372" y="6193"/>
                  </a:cubicBezTo>
                  <a:cubicBezTo>
                    <a:pt x="0" y="10292"/>
                    <a:pt x="4041" y="12034"/>
                    <a:pt x="5124" y="12444"/>
                  </a:cubicBezTo>
                  <a:cubicBezTo>
                    <a:pt x="6208" y="12883"/>
                    <a:pt x="10541" y="14537"/>
                    <a:pt x="10541" y="14537"/>
                  </a:cubicBezTo>
                  <a:lnTo>
                    <a:pt x="11507" y="11404"/>
                  </a:lnTo>
                  <a:cubicBezTo>
                    <a:pt x="11507" y="11404"/>
                    <a:pt x="8872" y="10379"/>
                    <a:pt x="6164" y="8886"/>
                  </a:cubicBezTo>
                  <a:cubicBezTo>
                    <a:pt x="4934" y="8184"/>
                    <a:pt x="9282" y="3177"/>
                    <a:pt x="9282" y="3177"/>
                  </a:cubicBezTo>
                  <a:lnTo>
                    <a:pt x="710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4" name="Google Shape;1355;p49"/>
            <p:cNvSpPr/>
            <p:nvPr/>
          </p:nvSpPr>
          <p:spPr>
            <a:xfrm flipH="1">
              <a:off x="7490160" y="1729080"/>
              <a:ext cx="185760" cy="320040"/>
            </a:xfrm>
            <a:custGeom>
              <a:avLst/>
              <a:gdLst>
                <a:gd name="textAreaLeft" fmla="*/ 360 w 185760"/>
                <a:gd name="textAreaRight" fmla="*/ 186480 w 185760"/>
                <a:gd name="textAreaTop" fmla="*/ 0 h 320040"/>
                <a:gd name="textAreaBottom" fmla="*/ 320400 h 320040"/>
              </a:gdLst>
              <a:ahLst/>
              <a:cxnLst/>
              <a:rect l="textAreaLeft" t="textAreaTop" r="textAreaRight" b="textAreaBottom"/>
              <a:pathLst>
                <a:path w="2563" h="4410">
                  <a:moveTo>
                    <a:pt x="793" y="1"/>
                  </a:moveTo>
                  <a:cubicBezTo>
                    <a:pt x="542" y="1"/>
                    <a:pt x="348" y="42"/>
                    <a:pt x="220" y="106"/>
                  </a:cubicBezTo>
                  <a:cubicBezTo>
                    <a:pt x="147" y="150"/>
                    <a:pt x="89" y="179"/>
                    <a:pt x="59" y="208"/>
                  </a:cubicBezTo>
                  <a:cubicBezTo>
                    <a:pt x="15" y="223"/>
                    <a:pt x="1" y="238"/>
                    <a:pt x="1" y="238"/>
                  </a:cubicBezTo>
                  <a:cubicBezTo>
                    <a:pt x="3" y="240"/>
                    <a:pt x="6" y="240"/>
                    <a:pt x="10" y="240"/>
                  </a:cubicBezTo>
                  <a:cubicBezTo>
                    <a:pt x="36" y="240"/>
                    <a:pt x="108" y="201"/>
                    <a:pt x="235" y="150"/>
                  </a:cubicBezTo>
                  <a:cubicBezTo>
                    <a:pt x="346" y="106"/>
                    <a:pt x="507" y="61"/>
                    <a:pt x="699" y="61"/>
                  </a:cubicBezTo>
                  <a:cubicBezTo>
                    <a:pt x="761" y="61"/>
                    <a:pt x="826" y="66"/>
                    <a:pt x="894" y="77"/>
                  </a:cubicBezTo>
                  <a:cubicBezTo>
                    <a:pt x="1187" y="106"/>
                    <a:pt x="1523" y="223"/>
                    <a:pt x="1787" y="472"/>
                  </a:cubicBezTo>
                  <a:cubicBezTo>
                    <a:pt x="2065" y="721"/>
                    <a:pt x="2270" y="1101"/>
                    <a:pt x="2358" y="1526"/>
                  </a:cubicBezTo>
                  <a:cubicBezTo>
                    <a:pt x="2446" y="1950"/>
                    <a:pt x="2416" y="2360"/>
                    <a:pt x="2299" y="2726"/>
                  </a:cubicBezTo>
                  <a:cubicBezTo>
                    <a:pt x="2197" y="3092"/>
                    <a:pt x="2050" y="3385"/>
                    <a:pt x="1904" y="3649"/>
                  </a:cubicBezTo>
                  <a:cubicBezTo>
                    <a:pt x="1596" y="4146"/>
                    <a:pt x="1348" y="4395"/>
                    <a:pt x="1377" y="4410"/>
                  </a:cubicBezTo>
                  <a:cubicBezTo>
                    <a:pt x="1377" y="4410"/>
                    <a:pt x="1450" y="4366"/>
                    <a:pt x="1553" y="4249"/>
                  </a:cubicBezTo>
                  <a:cubicBezTo>
                    <a:pt x="1655" y="4132"/>
                    <a:pt x="1801" y="3941"/>
                    <a:pt x="1962" y="3693"/>
                  </a:cubicBezTo>
                  <a:cubicBezTo>
                    <a:pt x="2124" y="3458"/>
                    <a:pt x="2285" y="3136"/>
                    <a:pt x="2402" y="2770"/>
                  </a:cubicBezTo>
                  <a:cubicBezTo>
                    <a:pt x="2519" y="2375"/>
                    <a:pt x="2563" y="1936"/>
                    <a:pt x="2475" y="1497"/>
                  </a:cubicBezTo>
                  <a:cubicBezTo>
                    <a:pt x="2372" y="1057"/>
                    <a:pt x="2182" y="662"/>
                    <a:pt x="1860" y="399"/>
                  </a:cubicBezTo>
                  <a:cubicBezTo>
                    <a:pt x="1553" y="150"/>
                    <a:pt x="1201" y="18"/>
                    <a:pt x="908" y="3"/>
                  </a:cubicBezTo>
                  <a:cubicBezTo>
                    <a:pt x="869" y="2"/>
                    <a:pt x="830" y="1"/>
                    <a:pt x="793"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5" name="Google Shape;1356;p49"/>
            <p:cNvSpPr/>
            <p:nvPr/>
          </p:nvSpPr>
          <p:spPr>
            <a:xfrm flipH="1">
              <a:off x="7715520" y="2323440"/>
              <a:ext cx="72000" cy="23400"/>
            </a:xfrm>
            <a:custGeom>
              <a:avLst/>
              <a:gdLst>
                <a:gd name="textAreaLeft" fmla="*/ 360 w 72000"/>
                <a:gd name="textAreaRight" fmla="*/ 72720 w 72000"/>
                <a:gd name="textAreaTop" fmla="*/ 0 h 23400"/>
                <a:gd name="textAreaBottom" fmla="*/ 23760 h 23400"/>
              </a:gdLst>
              <a:ahLst/>
              <a:cxnLst/>
              <a:rect l="textAreaLeft" t="textAreaTop" r="textAreaRight" b="textAreaBottom"/>
              <a:pathLst>
                <a:path w="997" h="325">
                  <a:moveTo>
                    <a:pt x="975" y="0"/>
                  </a:moveTo>
                  <a:cubicBezTo>
                    <a:pt x="906" y="0"/>
                    <a:pt x="700" y="42"/>
                    <a:pt x="484" y="105"/>
                  </a:cubicBezTo>
                  <a:cubicBezTo>
                    <a:pt x="295" y="159"/>
                    <a:pt x="156" y="226"/>
                    <a:pt x="67" y="270"/>
                  </a:cubicBezTo>
                  <a:lnTo>
                    <a:pt x="67" y="270"/>
                  </a:lnTo>
                  <a:cubicBezTo>
                    <a:pt x="54" y="233"/>
                    <a:pt x="40" y="222"/>
                    <a:pt x="15" y="222"/>
                  </a:cubicBezTo>
                  <a:cubicBezTo>
                    <a:pt x="1" y="222"/>
                    <a:pt x="1" y="252"/>
                    <a:pt x="15" y="310"/>
                  </a:cubicBezTo>
                  <a:lnTo>
                    <a:pt x="15" y="325"/>
                  </a:lnTo>
                  <a:lnTo>
                    <a:pt x="59" y="325"/>
                  </a:lnTo>
                  <a:cubicBezTo>
                    <a:pt x="147" y="325"/>
                    <a:pt x="308" y="281"/>
                    <a:pt x="498" y="222"/>
                  </a:cubicBezTo>
                  <a:cubicBezTo>
                    <a:pt x="777" y="135"/>
                    <a:pt x="996" y="18"/>
                    <a:pt x="996" y="3"/>
                  </a:cubicBezTo>
                  <a:cubicBezTo>
                    <a:pt x="992" y="1"/>
                    <a:pt x="985" y="0"/>
                    <a:pt x="975" y="0"/>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11880" bIns="11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6" name="Google Shape;1357;p49"/>
            <p:cNvSpPr/>
            <p:nvPr/>
          </p:nvSpPr>
          <p:spPr>
            <a:xfrm flipH="1">
              <a:off x="7709760" y="2336400"/>
              <a:ext cx="70920" cy="53280"/>
            </a:xfrm>
            <a:custGeom>
              <a:avLst/>
              <a:gdLst>
                <a:gd name="textAreaLeft" fmla="*/ -360 w 70920"/>
                <a:gd name="textAreaRight" fmla="*/ 70920 w 70920"/>
                <a:gd name="textAreaTop" fmla="*/ 0 h 53280"/>
                <a:gd name="textAreaBottom" fmla="*/ 53640 h 53280"/>
              </a:gdLst>
              <a:ahLst/>
              <a:cxnLst/>
              <a:rect l="textAreaLeft" t="textAreaTop" r="textAreaRight" b="textAreaBottom"/>
              <a:pathLst>
                <a:path w="982" h="738">
                  <a:moveTo>
                    <a:pt x="949" y="1"/>
                  </a:moveTo>
                  <a:cubicBezTo>
                    <a:pt x="917" y="1"/>
                    <a:pt x="706" y="143"/>
                    <a:pt x="469" y="338"/>
                  </a:cubicBezTo>
                  <a:cubicBezTo>
                    <a:pt x="205" y="543"/>
                    <a:pt x="0" y="719"/>
                    <a:pt x="30" y="734"/>
                  </a:cubicBezTo>
                  <a:cubicBezTo>
                    <a:pt x="31" y="736"/>
                    <a:pt x="34" y="737"/>
                    <a:pt x="38" y="737"/>
                  </a:cubicBezTo>
                  <a:cubicBezTo>
                    <a:pt x="82" y="737"/>
                    <a:pt x="285" y="599"/>
                    <a:pt x="513" y="411"/>
                  </a:cubicBezTo>
                  <a:cubicBezTo>
                    <a:pt x="776" y="207"/>
                    <a:pt x="981" y="31"/>
                    <a:pt x="952" y="2"/>
                  </a:cubicBezTo>
                  <a:cubicBezTo>
                    <a:pt x="951" y="1"/>
                    <a:pt x="950" y="1"/>
                    <a:pt x="949"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26640" bIns="26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7" name="Google Shape;1358;p49"/>
            <p:cNvSpPr/>
            <p:nvPr/>
          </p:nvSpPr>
          <p:spPr>
            <a:xfrm flipH="1">
              <a:off x="7299000" y="2436120"/>
              <a:ext cx="244080" cy="114840"/>
            </a:xfrm>
            <a:custGeom>
              <a:avLst/>
              <a:gdLst>
                <a:gd name="textAreaLeft" fmla="*/ 360 w 244080"/>
                <a:gd name="textAreaRight" fmla="*/ 244800 w 244080"/>
                <a:gd name="textAreaTop" fmla="*/ 0 h 114840"/>
                <a:gd name="textAreaBottom" fmla="*/ 115200 h 114840"/>
              </a:gdLst>
              <a:ahLst/>
              <a:cxnLst/>
              <a:rect l="textAreaLeft" t="textAreaTop" r="textAreaRight" b="textAreaBottom"/>
              <a:pathLst>
                <a:path w="3368" h="1586">
                  <a:moveTo>
                    <a:pt x="5" y="1"/>
                  </a:moveTo>
                  <a:cubicBezTo>
                    <a:pt x="2" y="1"/>
                    <a:pt x="1" y="1"/>
                    <a:pt x="1" y="3"/>
                  </a:cubicBezTo>
                  <a:cubicBezTo>
                    <a:pt x="1" y="3"/>
                    <a:pt x="191" y="120"/>
                    <a:pt x="484" y="266"/>
                  </a:cubicBezTo>
                  <a:cubicBezTo>
                    <a:pt x="762" y="413"/>
                    <a:pt x="1187" y="603"/>
                    <a:pt x="1655" y="822"/>
                  </a:cubicBezTo>
                  <a:cubicBezTo>
                    <a:pt x="2109" y="1042"/>
                    <a:pt x="2533" y="1247"/>
                    <a:pt x="2841" y="1379"/>
                  </a:cubicBezTo>
                  <a:cubicBezTo>
                    <a:pt x="3122" y="1513"/>
                    <a:pt x="3318" y="1586"/>
                    <a:pt x="3349" y="1586"/>
                  </a:cubicBezTo>
                  <a:cubicBezTo>
                    <a:pt x="3352" y="1586"/>
                    <a:pt x="3353" y="1585"/>
                    <a:pt x="3353" y="1584"/>
                  </a:cubicBezTo>
                  <a:cubicBezTo>
                    <a:pt x="3368" y="1554"/>
                    <a:pt x="3192" y="1467"/>
                    <a:pt x="2870" y="1320"/>
                  </a:cubicBezTo>
                  <a:cubicBezTo>
                    <a:pt x="2577" y="1174"/>
                    <a:pt x="2167" y="969"/>
                    <a:pt x="1699" y="749"/>
                  </a:cubicBezTo>
                  <a:cubicBezTo>
                    <a:pt x="1245" y="530"/>
                    <a:pt x="821" y="339"/>
                    <a:pt x="513" y="208"/>
                  </a:cubicBezTo>
                  <a:cubicBezTo>
                    <a:pt x="231" y="74"/>
                    <a:pt x="36" y="1"/>
                    <a:pt x="5" y="1"/>
                  </a:cubicBezTo>
                  <a:close/>
                </a:path>
              </a:pathLst>
            </a:custGeom>
            <a:solidFill>
              <a:srgbClr val="151F29">
                <a:alpha val="33000"/>
              </a:srgbClr>
            </a:solidFill>
            <a:ln w="0">
              <a:noFill/>
            </a:ln>
          </p:spPr>
          <p:style>
            <a:lnRef idx="0">
              <a:scrgbClr r="0" g="0" b="0"/>
            </a:lnRef>
            <a:fillRef idx="0">
              <a:scrgbClr r="0" g="0" b="0"/>
            </a:fillRef>
            <a:effectRef idx="0">
              <a:scrgbClr r="0" g="0" b="0"/>
            </a:effectRef>
            <a:fontRef idx="minor"/>
          </p:style>
          <p:txBody>
            <a:bodyPr tIns="57600" bIns="57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68" name="Google Shape;1359;p49"/>
          <p:cNvGrpSpPr/>
          <p:nvPr/>
        </p:nvGrpSpPr>
        <p:grpSpPr>
          <a:xfrm>
            <a:off x="8025840" y="3135240"/>
            <a:ext cx="727200" cy="1710720"/>
            <a:chOff x="8025840" y="3135240"/>
            <a:chExt cx="727200" cy="1710720"/>
          </a:xfrm>
        </p:grpSpPr>
        <p:sp>
          <p:nvSpPr>
            <p:cNvPr id="769" name="Google Shape;1360;p49"/>
            <p:cNvSpPr/>
            <p:nvPr/>
          </p:nvSpPr>
          <p:spPr>
            <a:xfrm>
              <a:off x="8187840" y="4497480"/>
              <a:ext cx="327600" cy="348480"/>
            </a:xfrm>
            <a:custGeom>
              <a:avLst/>
              <a:gdLst>
                <a:gd name="textAreaLeft" fmla="*/ 0 w 327600"/>
                <a:gd name="textAreaRight" fmla="*/ 327960 w 327600"/>
                <a:gd name="textAreaTop" fmla="*/ 0 h 348480"/>
                <a:gd name="textAreaBottom" fmla="*/ 348840 h 348480"/>
              </a:gdLst>
              <a:ahLst/>
              <a:cxnLst/>
              <a:rect l="textAreaLeft" t="textAreaTop" r="textAreaRight" b="textAreaBottom"/>
              <a:pathLst>
                <a:path w="5578" h="5930">
                  <a:moveTo>
                    <a:pt x="0" y="1"/>
                  </a:moveTo>
                  <a:lnTo>
                    <a:pt x="542" y="5930"/>
                  </a:lnTo>
                  <a:lnTo>
                    <a:pt x="4831" y="5930"/>
                  </a:lnTo>
                  <a:lnTo>
                    <a:pt x="5578"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0" name="Google Shape;1361;p49"/>
            <p:cNvSpPr/>
            <p:nvPr/>
          </p:nvSpPr>
          <p:spPr>
            <a:xfrm>
              <a:off x="8025840" y="3135240"/>
              <a:ext cx="727200" cy="1361880"/>
            </a:xfrm>
            <a:custGeom>
              <a:avLst/>
              <a:gdLst>
                <a:gd name="textAreaLeft" fmla="*/ 0 w 727200"/>
                <a:gd name="textAreaRight" fmla="*/ 727560 w 727200"/>
                <a:gd name="textAreaTop" fmla="*/ 0 h 1361880"/>
                <a:gd name="textAreaBottom" fmla="*/ 1362240 h 1361880"/>
              </a:gdLst>
              <a:ahLst/>
              <a:cxnLst/>
              <a:rect l="textAreaLeft" t="textAreaTop" r="textAreaRight" b="textAreaBottom"/>
              <a:pathLst>
                <a:path w="12372" h="23164">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1" name="Google Shape;1362;p49"/>
            <p:cNvSpPr/>
            <p:nvPr/>
          </p:nvSpPr>
          <p:spPr>
            <a:xfrm>
              <a:off x="8187840" y="4497480"/>
              <a:ext cx="221040" cy="348480"/>
            </a:xfrm>
            <a:custGeom>
              <a:avLst/>
              <a:gdLst>
                <a:gd name="textAreaLeft" fmla="*/ 0 w 221040"/>
                <a:gd name="textAreaRight" fmla="*/ 221400 w 221040"/>
                <a:gd name="textAreaTop" fmla="*/ 0 h 348480"/>
                <a:gd name="textAreaBottom" fmla="*/ 348840 h 348480"/>
              </a:gdLst>
              <a:ahLst/>
              <a:cxnLst/>
              <a:rect l="textAreaLeft" t="textAreaTop" r="textAreaRight" b="textAreaBottom"/>
              <a:pathLst>
                <a:path w="3763" h="5930">
                  <a:moveTo>
                    <a:pt x="0" y="1"/>
                  </a:moveTo>
                  <a:lnTo>
                    <a:pt x="542" y="5930"/>
                  </a:lnTo>
                  <a:lnTo>
                    <a:pt x="3763" y="5930"/>
                  </a:lnTo>
                  <a:lnTo>
                    <a:pt x="513" y="1"/>
                  </a:lnTo>
                  <a:close/>
                </a:path>
              </a:pathLst>
            </a:custGeom>
            <a:solidFill>
              <a:srgbClr val="BA6136">
                <a:alpha val="65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72" name="Google Shape;1363;p49"/>
          <p:cNvGrpSpPr/>
          <p:nvPr/>
        </p:nvGrpSpPr>
        <p:grpSpPr>
          <a:xfrm>
            <a:off x="0" y="916560"/>
            <a:ext cx="622800" cy="618840"/>
            <a:chOff x="0" y="916560"/>
            <a:chExt cx="622800" cy="618840"/>
          </a:xfrm>
        </p:grpSpPr>
        <p:sp>
          <p:nvSpPr>
            <p:cNvPr id="773" name="Google Shape;1364;p49"/>
            <p:cNvSpPr/>
            <p:nvPr/>
          </p:nvSpPr>
          <p:spPr>
            <a:xfrm rot="2517600">
              <a:off x="79560" y="1018080"/>
              <a:ext cx="463680" cy="415440"/>
            </a:xfrm>
            <a:prstGeom prst="wedgeEllipseCallout">
              <a:avLst>
                <a:gd name="adj1" fmla="val -20833"/>
                <a:gd name="adj2" fmla="val 625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4" name="Google Shape;1365;p49"/>
            <p:cNvSpPr/>
            <p:nvPr/>
          </p:nvSpPr>
          <p:spPr>
            <a:xfrm rot="1928400">
              <a:off x="248400" y="1114200"/>
              <a:ext cx="166680" cy="223200"/>
            </a:xfrm>
            <a:custGeom>
              <a:avLst/>
              <a:gdLst>
                <a:gd name="textAreaLeft" fmla="*/ 0 w 166680"/>
                <a:gd name="textAreaRight" fmla="*/ 167040 w 166680"/>
                <a:gd name="textAreaTop" fmla="*/ 0 h 223200"/>
                <a:gd name="textAreaBottom" fmla="*/ 223560 h 223200"/>
              </a:gdLst>
              <a:ahLst/>
              <a:cxnLst/>
              <a:rect l="textAreaLeft" t="textAreaTop" r="textAreaRight" b="textAreaBottom"/>
              <a:pathLst>
                <a:path w="1172" h="1569">
                  <a:moveTo>
                    <a:pt x="481" y="1"/>
                  </a:moveTo>
                  <a:cubicBezTo>
                    <a:pt x="473" y="1"/>
                    <a:pt x="469" y="2"/>
                    <a:pt x="469" y="2"/>
                  </a:cubicBezTo>
                  <a:lnTo>
                    <a:pt x="469" y="250"/>
                  </a:lnTo>
                  <a:lnTo>
                    <a:pt x="161" y="660"/>
                  </a:lnTo>
                  <a:lnTo>
                    <a:pt x="0" y="660"/>
                  </a:lnTo>
                  <a:lnTo>
                    <a:pt x="0" y="1480"/>
                  </a:lnTo>
                  <a:lnTo>
                    <a:pt x="249" y="1480"/>
                  </a:lnTo>
                  <a:cubicBezTo>
                    <a:pt x="249" y="1480"/>
                    <a:pt x="835" y="1568"/>
                    <a:pt x="937" y="1568"/>
                  </a:cubicBezTo>
                  <a:lnTo>
                    <a:pt x="996" y="1568"/>
                  </a:lnTo>
                  <a:cubicBezTo>
                    <a:pt x="1098" y="1539"/>
                    <a:pt x="1172" y="1422"/>
                    <a:pt x="1172" y="1319"/>
                  </a:cubicBezTo>
                  <a:cubicBezTo>
                    <a:pt x="1172" y="1070"/>
                    <a:pt x="1157" y="660"/>
                    <a:pt x="1142" y="616"/>
                  </a:cubicBezTo>
                  <a:cubicBezTo>
                    <a:pt x="1098" y="587"/>
                    <a:pt x="645" y="587"/>
                    <a:pt x="645" y="587"/>
                  </a:cubicBezTo>
                  <a:cubicBezTo>
                    <a:pt x="645" y="587"/>
                    <a:pt x="643" y="597"/>
                    <a:pt x="641" y="597"/>
                  </a:cubicBezTo>
                  <a:cubicBezTo>
                    <a:pt x="638" y="597"/>
                    <a:pt x="635" y="558"/>
                    <a:pt x="645" y="324"/>
                  </a:cubicBezTo>
                  <a:cubicBezTo>
                    <a:pt x="682" y="23"/>
                    <a:pt x="526" y="1"/>
                    <a:pt x="48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5" name="PlaceHolder 1"/>
          <p:cNvSpPr>
            <a:spLocks noGrp="1"/>
          </p:cNvSpPr>
          <p:nvPr>
            <p:ph type="body"/>
          </p:nvPr>
        </p:nvSpPr>
        <p:spPr>
          <a:xfrm>
            <a:off x="621506" y="1604100"/>
            <a:ext cx="3788494" cy="3046020"/>
          </a:xfrm>
          <a:prstGeom prst="rect">
            <a:avLst/>
          </a:prstGeom>
          <a:noFill/>
          <a:ln w="0">
            <a:noFill/>
          </a:ln>
        </p:spPr>
        <p:txBody>
          <a:bodyPr lIns="91440" tIns="91440" rIns="91440" bIns="91440" anchor="t">
            <a:noAutofit/>
          </a:bodyPr>
          <a:lstStyle/>
          <a:p>
            <a:pPr marL="0" indent="0">
              <a:lnSpc>
                <a:spcPct val="150000"/>
              </a:lnSpc>
              <a:buNone/>
              <a:tabLst>
                <a:tab pos="0" algn="l"/>
              </a:tabLst>
            </a:pPr>
            <a:r>
              <a:rPr lang="en-US" sz="1200" b="0" u="none" strike="noStrike" dirty="0">
                <a:solidFill>
                  <a:schemeClr val="dk1"/>
                </a:solidFill>
                <a:effectLst/>
                <a:uFillTx/>
                <a:latin typeface="Karla"/>
                <a:ea typeface="Karla"/>
              </a:rPr>
              <a:t>Swiggy’s business shows stable, growth-oriented performance supported by strong customer satisfaction. Insights reveal opportunities for geographic expansion, menu optimization, and targeted marketing strategies. Data-driven actions will further enhance revenue growth, customer retention, and long-term business sustainability.</a:t>
            </a:r>
            <a:endParaRPr lang="en-US" sz="1200" b="0" u="none" strike="noStrike" dirty="0">
              <a:solidFill>
                <a:srgbClr val="000000"/>
              </a:solidFill>
              <a:effectLst/>
              <a:uFillTx/>
              <a:latin typeface="OpenSymbol"/>
            </a:endParaRPr>
          </a:p>
        </p:txBody>
      </p:sp>
      <p:sp>
        <p:nvSpPr>
          <p:cNvPr id="792" name="PlaceHolder 2"/>
          <p:cNvSpPr>
            <a:spLocks noGrp="1"/>
          </p:cNvSpPr>
          <p:nvPr>
            <p:ph type="title"/>
          </p:nvPr>
        </p:nvSpPr>
        <p:spPr>
          <a:xfrm>
            <a:off x="723960" y="385763"/>
            <a:ext cx="4219200" cy="723907"/>
          </a:xfrm>
          <a:prstGeom prst="rect">
            <a:avLst/>
          </a:prstGeom>
          <a:noFill/>
          <a:ln w="0">
            <a:noFill/>
          </a:ln>
        </p:spPr>
        <p:txBody>
          <a:bodyPr lIns="91440" tIns="91440" rIns="91440" bIns="91440" anchor="ctr">
            <a:normAutofit/>
          </a:bodyPr>
          <a:lstStyle/>
          <a:p>
            <a:pPr indent="0">
              <a:lnSpc>
                <a:spcPct val="100000"/>
              </a:lnSpc>
              <a:buNone/>
              <a:tabLst>
                <a:tab pos="0" algn="l"/>
              </a:tabLst>
            </a:pPr>
            <a:r>
              <a:rPr lang="en-US" sz="3000" b="1" u="none" strike="noStrike" dirty="0">
                <a:solidFill>
                  <a:schemeClr val="accent1"/>
                </a:solidFill>
                <a:effectLst/>
                <a:uFillTx/>
                <a:latin typeface="Archivo Black"/>
                <a:ea typeface="Archivo Black"/>
              </a:rPr>
              <a:t>Conclusions</a:t>
            </a:r>
            <a:endParaRPr lang="fr-FR" sz="3000" b="0" u="none" strike="noStrike" dirty="0">
              <a:solidFill>
                <a:schemeClr val="accent1"/>
              </a:solidFill>
              <a:effectLst/>
              <a:uFillTx/>
              <a:latin typeface="Arial"/>
            </a:endParaRPr>
          </a:p>
        </p:txBody>
      </p:sp>
      <p:grpSp>
        <p:nvGrpSpPr>
          <p:cNvPr id="777" name="Google Shape;1731;p54"/>
          <p:cNvGrpSpPr/>
          <p:nvPr/>
        </p:nvGrpSpPr>
        <p:grpSpPr>
          <a:xfrm>
            <a:off x="3622140" y="687390"/>
            <a:ext cx="679680" cy="637920"/>
            <a:chOff x="911880" y="154800"/>
            <a:chExt cx="679680" cy="637920"/>
          </a:xfrm>
        </p:grpSpPr>
        <p:sp>
          <p:nvSpPr>
            <p:cNvPr id="778" name="Google Shape;1732;p54"/>
            <p:cNvSpPr/>
            <p:nvPr/>
          </p:nvSpPr>
          <p:spPr>
            <a:xfrm rot="908400">
              <a:off x="968040" y="219960"/>
              <a:ext cx="567000" cy="507600"/>
            </a:xfrm>
            <a:prstGeom prst="wedgeEllipseCallout">
              <a:avLst>
                <a:gd name="adj1" fmla="val -20833"/>
                <a:gd name="adj2" fmla="val 625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79" name="Google Shape;1733;p54"/>
            <p:cNvGrpSpPr/>
            <p:nvPr/>
          </p:nvGrpSpPr>
          <p:grpSpPr>
            <a:xfrm>
              <a:off x="1087200" y="368280"/>
              <a:ext cx="317880" cy="208800"/>
              <a:chOff x="1087200" y="368280"/>
              <a:chExt cx="317880" cy="208800"/>
            </a:xfrm>
          </p:grpSpPr>
          <p:sp>
            <p:nvSpPr>
              <p:cNvPr id="780" name="Google Shape;1734;p54"/>
              <p:cNvSpPr/>
              <p:nvPr/>
            </p:nvSpPr>
            <p:spPr>
              <a:xfrm>
                <a:off x="1087200" y="368280"/>
                <a:ext cx="81000" cy="81000"/>
              </a:xfrm>
              <a:prstGeom prst="ellipse">
                <a:avLst/>
              </a:prstGeom>
              <a:solidFill>
                <a:schemeClr val="lt2"/>
              </a:solidFill>
              <a:ln w="9525">
                <a:solidFill>
                  <a:srgbClr val="912A3C"/>
                </a:solidFill>
                <a:round/>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1" name="Google Shape;1735;p54"/>
              <p:cNvSpPr/>
              <p:nvPr/>
            </p:nvSpPr>
            <p:spPr>
              <a:xfrm>
                <a:off x="1211400" y="433440"/>
                <a:ext cx="81000" cy="81000"/>
              </a:xfrm>
              <a:prstGeom prst="ellipse">
                <a:avLst/>
              </a:prstGeom>
              <a:solidFill>
                <a:schemeClr val="lt2"/>
              </a:solidFill>
              <a:ln w="9525">
                <a:solidFill>
                  <a:srgbClr val="912A3C"/>
                </a:solidFill>
                <a:round/>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2" name="Google Shape;1736;p54"/>
              <p:cNvSpPr/>
              <p:nvPr/>
            </p:nvSpPr>
            <p:spPr>
              <a:xfrm>
                <a:off x="1324080" y="496080"/>
                <a:ext cx="81000" cy="81000"/>
              </a:xfrm>
              <a:prstGeom prst="ellipse">
                <a:avLst/>
              </a:prstGeom>
              <a:solidFill>
                <a:schemeClr val="lt2"/>
              </a:solidFill>
              <a:ln w="9525">
                <a:solidFill>
                  <a:srgbClr val="912A3C"/>
                </a:solidFill>
                <a:round/>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791" name="Google Shape;1745;p54"/>
          <p:cNvSpPr/>
          <p:nvPr/>
        </p:nvSpPr>
        <p:spPr>
          <a:xfrm>
            <a:off x="5156348" y="1109670"/>
            <a:ext cx="3465138" cy="3462330"/>
          </a:xfrm>
          <a:prstGeom prst="ellipse">
            <a:avLst/>
          </a:prstGeom>
          <a:blipFill rotWithShape="0">
            <a:blip r:embed="rId2">
              <a:duotone>
                <a:schemeClr val="accent1">
                  <a:shade val="45000"/>
                  <a:satMod val="135000"/>
                </a:schemeClr>
                <a:prstClr val="white"/>
              </a:duotone>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3" name="PlaceHolder 1"/>
          <p:cNvSpPr>
            <a:spLocks noGrp="1"/>
          </p:cNvSpPr>
          <p:nvPr>
            <p:ph type="title"/>
          </p:nvPr>
        </p:nvSpPr>
        <p:spPr>
          <a:xfrm>
            <a:off x="4526764" y="1015920"/>
            <a:ext cx="3552480" cy="1920600"/>
          </a:xfrm>
          <a:prstGeom prst="rect">
            <a:avLst/>
          </a:prstGeom>
          <a:noFill/>
          <a:ln w="0">
            <a:noFill/>
          </a:ln>
        </p:spPr>
        <p:txBody>
          <a:bodyPr lIns="91440" tIns="91440" rIns="91440" bIns="91440" anchor="t">
            <a:spAutoFit/>
          </a:bodyPr>
          <a:lstStyle/>
          <a:p>
            <a:pPr indent="0" algn="ctr">
              <a:lnSpc>
                <a:spcPct val="100000"/>
              </a:lnSpc>
              <a:buNone/>
              <a:tabLst>
                <a:tab pos="0" algn="l"/>
              </a:tabLst>
            </a:pPr>
            <a:r>
              <a:rPr lang="en" sz="5700" b="0" u="none" strike="noStrike" dirty="0">
                <a:solidFill>
                  <a:schemeClr val="dk1"/>
                </a:solidFill>
                <a:effectLst/>
                <a:uFillTx/>
                <a:latin typeface="Archivo Black"/>
                <a:ea typeface="Archivo Black"/>
              </a:rPr>
              <a:t>Thanks!</a:t>
            </a:r>
            <a:endParaRPr lang="fr-FR" sz="5700" b="0" u="none" strike="noStrike" dirty="0">
              <a:solidFill>
                <a:schemeClr val="dk1"/>
              </a:solidFill>
              <a:effectLst/>
              <a:uFillTx/>
              <a:latin typeface="Arial"/>
            </a:endParaRPr>
          </a:p>
        </p:txBody>
      </p:sp>
      <p:sp>
        <p:nvSpPr>
          <p:cNvPr id="794" name="PlaceHolder 2"/>
          <p:cNvSpPr>
            <a:spLocks noGrp="1"/>
          </p:cNvSpPr>
          <p:nvPr>
            <p:ph type="subTitle" idx="4294967295"/>
          </p:nvPr>
        </p:nvSpPr>
        <p:spPr>
          <a:xfrm>
            <a:off x="4581360" y="2218375"/>
            <a:ext cx="3443288" cy="718145"/>
          </a:xfrm>
          <a:prstGeom prst="rect">
            <a:avLst/>
          </a:prstGeom>
          <a:noFill/>
          <a:ln w="0">
            <a:noFill/>
          </a:ln>
        </p:spPr>
        <p:txBody>
          <a:bodyPr wrap="square" lIns="91440" tIns="91440" rIns="91440" bIns="91440" anchor="t">
            <a:spAutoFit/>
          </a:bodyPr>
          <a:lstStyle/>
          <a:p>
            <a:pPr indent="0" algn="ctr">
              <a:lnSpc>
                <a:spcPct val="100000"/>
              </a:lnSpc>
              <a:buNone/>
              <a:tabLst>
                <a:tab pos="0" algn="l"/>
              </a:tabLst>
            </a:pPr>
            <a:r>
              <a:rPr lang="en" sz="1400" b="1" u="none" strike="noStrike" dirty="0">
                <a:solidFill>
                  <a:schemeClr val="dk1"/>
                </a:solidFill>
                <a:effectLst/>
                <a:uFillTx/>
                <a:latin typeface="Karla"/>
                <a:ea typeface="Karla"/>
              </a:rPr>
              <a:t>Do you have any questions?</a:t>
            </a:r>
            <a:endParaRPr lang="en-US" sz="1400" b="0" u="none" strike="noStrike" dirty="0">
              <a:solidFill>
                <a:srgbClr val="000000"/>
              </a:solidFill>
              <a:effectLst/>
              <a:uFillTx/>
              <a:latin typeface="OpenSymbol"/>
            </a:endParaRPr>
          </a:p>
          <a:p>
            <a:pPr indent="0" algn="ctr">
              <a:lnSpc>
                <a:spcPct val="100000"/>
              </a:lnSpc>
              <a:buNone/>
              <a:tabLst>
                <a:tab pos="0" algn="l"/>
              </a:tabLst>
            </a:pPr>
            <a:endParaRPr lang="en-US" sz="1400" b="0" u="none" strike="noStrike" dirty="0">
              <a:solidFill>
                <a:srgbClr val="000000"/>
              </a:solidFill>
              <a:effectLst/>
              <a:uFillTx/>
              <a:latin typeface="OpenSymbol"/>
            </a:endParaRPr>
          </a:p>
        </p:txBody>
      </p:sp>
      <p:grpSp>
        <p:nvGrpSpPr>
          <p:cNvPr id="817" name="Google Shape;1836;p58"/>
          <p:cNvGrpSpPr/>
          <p:nvPr/>
        </p:nvGrpSpPr>
        <p:grpSpPr>
          <a:xfrm>
            <a:off x="803160" y="907920"/>
            <a:ext cx="2313360" cy="3679200"/>
            <a:chOff x="803160" y="907920"/>
            <a:chExt cx="2313360" cy="3679200"/>
          </a:xfrm>
        </p:grpSpPr>
        <p:sp>
          <p:nvSpPr>
            <p:cNvPr id="818" name="Google Shape;1837;p58"/>
            <p:cNvSpPr/>
            <p:nvPr/>
          </p:nvSpPr>
          <p:spPr>
            <a:xfrm>
              <a:off x="1221840" y="4453200"/>
              <a:ext cx="436320" cy="133920"/>
            </a:xfrm>
            <a:custGeom>
              <a:avLst/>
              <a:gdLst>
                <a:gd name="textAreaLeft" fmla="*/ 0 w 436320"/>
                <a:gd name="textAreaRight" fmla="*/ 436680 w 436320"/>
                <a:gd name="textAreaTop" fmla="*/ 0 h 133920"/>
                <a:gd name="textAreaBottom" fmla="*/ 134280 h 133920"/>
              </a:gdLst>
              <a:ahLst/>
              <a:cxnLst/>
              <a:rect l="textAreaLeft" t="textAreaTop" r="textAreaRight" b="textAreaBottom"/>
              <a:pathLst>
                <a:path w="5344" h="1641">
                  <a:moveTo>
                    <a:pt x="293" y="0"/>
                  </a:moveTo>
                  <a:lnTo>
                    <a:pt x="0" y="1640"/>
                  </a:lnTo>
                  <a:lnTo>
                    <a:pt x="4656" y="1640"/>
                  </a:lnTo>
                  <a:cubicBezTo>
                    <a:pt x="5344" y="1640"/>
                    <a:pt x="4099" y="1025"/>
                    <a:pt x="4099" y="1025"/>
                  </a:cubicBezTo>
                  <a:lnTo>
                    <a:pt x="4319"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9" name="Google Shape;1838;p58"/>
            <p:cNvSpPr/>
            <p:nvPr/>
          </p:nvSpPr>
          <p:spPr>
            <a:xfrm>
              <a:off x="1672920" y="4453200"/>
              <a:ext cx="436320" cy="133920"/>
            </a:xfrm>
            <a:custGeom>
              <a:avLst/>
              <a:gdLst>
                <a:gd name="textAreaLeft" fmla="*/ 0 w 436320"/>
                <a:gd name="textAreaRight" fmla="*/ 436680 w 436320"/>
                <a:gd name="textAreaTop" fmla="*/ 0 h 133920"/>
                <a:gd name="textAreaBottom" fmla="*/ 134280 h 133920"/>
              </a:gdLst>
              <a:ahLst/>
              <a:cxnLst/>
              <a:rect l="textAreaLeft" t="textAreaTop" r="textAreaRight" b="textAreaBottom"/>
              <a:pathLst>
                <a:path w="5344" h="1641">
                  <a:moveTo>
                    <a:pt x="293" y="0"/>
                  </a:moveTo>
                  <a:lnTo>
                    <a:pt x="0" y="1640"/>
                  </a:lnTo>
                  <a:lnTo>
                    <a:pt x="4641" y="1640"/>
                  </a:lnTo>
                  <a:cubicBezTo>
                    <a:pt x="5344" y="1640"/>
                    <a:pt x="4099" y="1025"/>
                    <a:pt x="4099" y="1025"/>
                  </a:cubicBezTo>
                  <a:lnTo>
                    <a:pt x="4319"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0" name="Google Shape;1839;p58"/>
            <p:cNvSpPr/>
            <p:nvPr/>
          </p:nvSpPr>
          <p:spPr>
            <a:xfrm>
              <a:off x="1190520" y="2223000"/>
              <a:ext cx="1082160" cy="2289600"/>
            </a:xfrm>
            <a:custGeom>
              <a:avLst/>
              <a:gdLst>
                <a:gd name="textAreaLeft" fmla="*/ 0 w 1082160"/>
                <a:gd name="textAreaRight" fmla="*/ 1082520 w 1082160"/>
                <a:gd name="textAreaTop" fmla="*/ 0 h 2289600"/>
                <a:gd name="textAreaBottom" fmla="*/ 2289960 h 2289600"/>
              </a:gdLst>
              <a:ahLst/>
              <a:cxnLst/>
              <a:rect l="textAreaLeft" t="textAreaTop" r="textAreaRight" b="textAreaBottom"/>
              <a:pathLst>
                <a:path w="13250" h="28021">
                  <a:moveTo>
                    <a:pt x="13249" y="0"/>
                  </a:moveTo>
                  <a:lnTo>
                    <a:pt x="4876" y="937"/>
                  </a:lnTo>
                  <a:lnTo>
                    <a:pt x="1" y="28020"/>
                  </a:lnTo>
                  <a:lnTo>
                    <a:pt x="4993" y="28020"/>
                  </a:lnTo>
                  <a:lnTo>
                    <a:pt x="9165" y="3895"/>
                  </a:lnTo>
                  <a:lnTo>
                    <a:pt x="5769" y="28020"/>
                  </a:lnTo>
                  <a:lnTo>
                    <a:pt x="10439" y="28020"/>
                  </a:lnTo>
                  <a:lnTo>
                    <a:pt x="1324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1" name="Google Shape;1840;p58"/>
            <p:cNvSpPr/>
            <p:nvPr/>
          </p:nvSpPr>
          <p:spPr>
            <a:xfrm>
              <a:off x="2851200" y="1889280"/>
              <a:ext cx="265320" cy="333360"/>
            </a:xfrm>
            <a:custGeom>
              <a:avLst/>
              <a:gdLst>
                <a:gd name="textAreaLeft" fmla="*/ 0 w 265320"/>
                <a:gd name="textAreaRight" fmla="*/ 265680 w 265320"/>
                <a:gd name="textAreaTop" fmla="*/ 0 h 333360"/>
                <a:gd name="textAreaBottom" fmla="*/ 333720 h 333360"/>
              </a:gdLst>
              <a:ahLst/>
              <a:cxnLst/>
              <a:rect l="textAreaLeft" t="textAreaTop" r="textAreaRight" b="textAreaBottom"/>
              <a:pathLst>
                <a:path w="3251" h="4082">
                  <a:moveTo>
                    <a:pt x="1209" y="0"/>
                  </a:moveTo>
                  <a:cubicBezTo>
                    <a:pt x="1040" y="0"/>
                    <a:pt x="0" y="1538"/>
                    <a:pt x="0" y="1538"/>
                  </a:cubicBezTo>
                  <a:cubicBezTo>
                    <a:pt x="0" y="1538"/>
                    <a:pt x="572" y="4082"/>
                    <a:pt x="1059" y="4082"/>
                  </a:cubicBezTo>
                  <a:cubicBezTo>
                    <a:pt x="1077" y="4082"/>
                    <a:pt x="1095" y="4078"/>
                    <a:pt x="1113" y="4071"/>
                  </a:cubicBezTo>
                  <a:cubicBezTo>
                    <a:pt x="1113" y="4071"/>
                    <a:pt x="2899" y="3002"/>
                    <a:pt x="3001" y="2783"/>
                  </a:cubicBezTo>
                  <a:cubicBezTo>
                    <a:pt x="3036" y="2709"/>
                    <a:pt x="2953" y="2685"/>
                    <a:pt x="2827" y="2685"/>
                  </a:cubicBezTo>
                  <a:cubicBezTo>
                    <a:pt x="2575" y="2685"/>
                    <a:pt x="2152" y="2783"/>
                    <a:pt x="2152" y="2783"/>
                  </a:cubicBezTo>
                  <a:cubicBezTo>
                    <a:pt x="2152" y="2783"/>
                    <a:pt x="3089" y="2460"/>
                    <a:pt x="3177" y="2241"/>
                  </a:cubicBezTo>
                  <a:cubicBezTo>
                    <a:pt x="3206" y="2168"/>
                    <a:pt x="3075" y="2143"/>
                    <a:pt x="2886" y="2143"/>
                  </a:cubicBezTo>
                  <a:cubicBezTo>
                    <a:pt x="2508" y="2143"/>
                    <a:pt x="1903" y="2241"/>
                    <a:pt x="1903" y="2241"/>
                  </a:cubicBezTo>
                  <a:cubicBezTo>
                    <a:pt x="1903" y="2241"/>
                    <a:pt x="3250" y="1948"/>
                    <a:pt x="3192" y="1655"/>
                  </a:cubicBezTo>
                  <a:cubicBezTo>
                    <a:pt x="3164" y="1543"/>
                    <a:pt x="2925" y="1508"/>
                    <a:pt x="2643" y="1508"/>
                  </a:cubicBezTo>
                  <a:cubicBezTo>
                    <a:pt x="2191" y="1508"/>
                    <a:pt x="1625" y="1597"/>
                    <a:pt x="1625" y="1597"/>
                  </a:cubicBezTo>
                  <a:cubicBezTo>
                    <a:pt x="1625" y="1597"/>
                    <a:pt x="3162" y="1231"/>
                    <a:pt x="3148" y="894"/>
                  </a:cubicBezTo>
                  <a:cubicBezTo>
                    <a:pt x="3141" y="815"/>
                    <a:pt x="3014" y="786"/>
                    <a:pt x="2828" y="786"/>
                  </a:cubicBezTo>
                  <a:cubicBezTo>
                    <a:pt x="2252" y="786"/>
                    <a:pt x="1098" y="1070"/>
                    <a:pt x="1098" y="1070"/>
                  </a:cubicBezTo>
                  <a:cubicBezTo>
                    <a:pt x="1464" y="572"/>
                    <a:pt x="1362" y="60"/>
                    <a:pt x="1215" y="1"/>
                  </a:cubicBezTo>
                  <a:cubicBezTo>
                    <a:pt x="1213" y="0"/>
                    <a:pt x="1211" y="0"/>
                    <a:pt x="1209" y="0"/>
                  </a:cubicBezTo>
                  <a:close/>
                </a:path>
              </a:pathLst>
            </a:custGeom>
            <a:solidFill>
              <a:srgbClr val="FFB18E"/>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22" name="Google Shape;1841;p58"/>
            <p:cNvSpPr/>
            <p:nvPr/>
          </p:nvSpPr>
          <p:spPr>
            <a:xfrm>
              <a:off x="1471680" y="1420920"/>
              <a:ext cx="1470960" cy="1016280"/>
            </a:xfrm>
            <a:custGeom>
              <a:avLst/>
              <a:gdLst>
                <a:gd name="textAreaLeft" fmla="*/ 0 w 1470960"/>
                <a:gd name="textAreaRight" fmla="*/ 1471320 w 1470960"/>
                <a:gd name="textAreaTop" fmla="*/ 0 h 1016280"/>
                <a:gd name="textAreaBottom" fmla="*/ 1016640 h 1016280"/>
              </a:gdLst>
              <a:ahLst/>
              <a:cxnLst/>
              <a:rect l="textAreaLeft" t="textAreaTop" r="textAreaRight" b="textAreaBottom"/>
              <a:pathLst>
                <a:path w="18008" h="12440">
                  <a:moveTo>
                    <a:pt x="5946" y="0"/>
                  </a:moveTo>
                  <a:cubicBezTo>
                    <a:pt x="4444" y="0"/>
                    <a:pt x="2514" y="105"/>
                    <a:pt x="1948" y="534"/>
                  </a:cubicBezTo>
                  <a:cubicBezTo>
                    <a:pt x="1948" y="534"/>
                    <a:pt x="1084" y="739"/>
                    <a:pt x="528" y="2876"/>
                  </a:cubicBezTo>
                  <a:cubicBezTo>
                    <a:pt x="1" y="4926"/>
                    <a:pt x="2504" y="7092"/>
                    <a:pt x="2504" y="7092"/>
                  </a:cubicBezTo>
                  <a:lnTo>
                    <a:pt x="967" y="10913"/>
                  </a:lnTo>
                  <a:cubicBezTo>
                    <a:pt x="967" y="10913"/>
                    <a:pt x="3135" y="12440"/>
                    <a:pt x="6103" y="12440"/>
                  </a:cubicBezTo>
                  <a:cubicBezTo>
                    <a:pt x="7246" y="12440"/>
                    <a:pt x="8507" y="12214"/>
                    <a:pt x="9809" y="11587"/>
                  </a:cubicBezTo>
                  <a:cubicBezTo>
                    <a:pt x="10282" y="11823"/>
                    <a:pt x="10797" y="11907"/>
                    <a:pt x="11290" y="11907"/>
                  </a:cubicBezTo>
                  <a:cubicBezTo>
                    <a:pt x="12172" y="11907"/>
                    <a:pt x="12987" y="11640"/>
                    <a:pt x="13381" y="11499"/>
                  </a:cubicBezTo>
                  <a:cubicBezTo>
                    <a:pt x="14304" y="11162"/>
                    <a:pt x="18008" y="9830"/>
                    <a:pt x="18008" y="9830"/>
                  </a:cubicBezTo>
                  <a:lnTo>
                    <a:pt x="16880" y="7268"/>
                  </a:lnTo>
                  <a:cubicBezTo>
                    <a:pt x="16880" y="7268"/>
                    <a:pt x="14274" y="8293"/>
                    <a:pt x="12049" y="8630"/>
                  </a:cubicBezTo>
                  <a:cubicBezTo>
                    <a:pt x="12029" y="8633"/>
                    <a:pt x="12009" y="8634"/>
                    <a:pt x="11989" y="8634"/>
                  </a:cubicBezTo>
                  <a:cubicBezTo>
                    <a:pt x="11091" y="8634"/>
                    <a:pt x="10950" y="5398"/>
                    <a:pt x="10878" y="3535"/>
                  </a:cubicBezTo>
                  <a:cubicBezTo>
                    <a:pt x="10805" y="1881"/>
                    <a:pt x="9634" y="432"/>
                    <a:pt x="7994" y="95"/>
                  </a:cubicBezTo>
                  <a:cubicBezTo>
                    <a:pt x="7921" y="80"/>
                    <a:pt x="7848" y="80"/>
                    <a:pt x="7804" y="66"/>
                  </a:cubicBezTo>
                  <a:cubicBezTo>
                    <a:pt x="7600" y="38"/>
                    <a:pt x="6851" y="0"/>
                    <a:pt x="5946"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23" name="Google Shape;1842;p58"/>
            <p:cNvSpPr/>
            <p:nvPr/>
          </p:nvSpPr>
          <p:spPr>
            <a:xfrm>
              <a:off x="2211120" y="1634400"/>
              <a:ext cx="48600" cy="738000"/>
            </a:xfrm>
            <a:custGeom>
              <a:avLst/>
              <a:gdLst>
                <a:gd name="textAreaLeft" fmla="*/ 0 w 48600"/>
                <a:gd name="textAreaRight" fmla="*/ 48960 w 48600"/>
                <a:gd name="textAreaTop" fmla="*/ 0 h 738000"/>
                <a:gd name="textAreaBottom" fmla="*/ 738360 h 738000"/>
              </a:gdLst>
              <a:ahLst/>
              <a:cxnLst/>
              <a:rect l="textAreaLeft" t="textAreaTop" r="textAreaRight" b="textAreaBottom"/>
              <a:pathLst>
                <a:path w="601" h="9034">
                  <a:moveTo>
                    <a:pt x="15" y="1"/>
                  </a:moveTo>
                  <a:lnTo>
                    <a:pt x="15" y="1"/>
                  </a:lnTo>
                  <a:cubicBezTo>
                    <a:pt x="0" y="15"/>
                    <a:pt x="29" y="513"/>
                    <a:pt x="88" y="1333"/>
                  </a:cubicBezTo>
                  <a:cubicBezTo>
                    <a:pt x="161" y="2138"/>
                    <a:pt x="234" y="3265"/>
                    <a:pt x="308" y="4510"/>
                  </a:cubicBezTo>
                  <a:cubicBezTo>
                    <a:pt x="366" y="5754"/>
                    <a:pt x="439" y="6896"/>
                    <a:pt x="469" y="7716"/>
                  </a:cubicBezTo>
                  <a:cubicBezTo>
                    <a:pt x="483" y="8126"/>
                    <a:pt x="513" y="8462"/>
                    <a:pt x="527" y="8682"/>
                  </a:cubicBezTo>
                  <a:cubicBezTo>
                    <a:pt x="542" y="8902"/>
                    <a:pt x="556" y="9033"/>
                    <a:pt x="586" y="9033"/>
                  </a:cubicBezTo>
                  <a:cubicBezTo>
                    <a:pt x="586" y="9033"/>
                    <a:pt x="600" y="8931"/>
                    <a:pt x="600" y="8682"/>
                  </a:cubicBezTo>
                  <a:lnTo>
                    <a:pt x="600" y="7716"/>
                  </a:lnTo>
                  <a:cubicBezTo>
                    <a:pt x="600" y="6896"/>
                    <a:pt x="556" y="5754"/>
                    <a:pt x="483" y="4510"/>
                  </a:cubicBezTo>
                  <a:cubicBezTo>
                    <a:pt x="410" y="3251"/>
                    <a:pt x="308" y="2138"/>
                    <a:pt x="220" y="1318"/>
                  </a:cubicBezTo>
                  <a:cubicBezTo>
                    <a:pt x="161" y="894"/>
                    <a:pt x="117" y="557"/>
                    <a:pt x="88" y="338"/>
                  </a:cubicBezTo>
                  <a:cubicBezTo>
                    <a:pt x="44" y="118"/>
                    <a:pt x="29" y="1"/>
                    <a:pt x="15" y="1"/>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4" name="Google Shape;1843;p58"/>
            <p:cNvSpPr/>
            <p:nvPr/>
          </p:nvSpPr>
          <p:spPr>
            <a:xfrm>
              <a:off x="2726640" y="2056680"/>
              <a:ext cx="78480" cy="213840"/>
            </a:xfrm>
            <a:custGeom>
              <a:avLst/>
              <a:gdLst>
                <a:gd name="textAreaLeft" fmla="*/ 0 w 78480"/>
                <a:gd name="textAreaRight" fmla="*/ 78840 w 78480"/>
                <a:gd name="textAreaTop" fmla="*/ 0 h 213840"/>
                <a:gd name="textAreaBottom" fmla="*/ 214200 h 213840"/>
              </a:gdLst>
              <a:ahLst/>
              <a:cxnLst/>
              <a:rect l="textAreaLeft" t="textAreaTop" r="textAreaRight" b="textAreaBottom"/>
              <a:pathLst>
                <a:path w="967" h="2622">
                  <a:moveTo>
                    <a:pt x="32" y="0"/>
                  </a:moveTo>
                  <a:cubicBezTo>
                    <a:pt x="31" y="0"/>
                    <a:pt x="31" y="0"/>
                    <a:pt x="30" y="1"/>
                  </a:cubicBezTo>
                  <a:cubicBezTo>
                    <a:pt x="1" y="1"/>
                    <a:pt x="162" y="615"/>
                    <a:pt x="396" y="1347"/>
                  </a:cubicBezTo>
                  <a:cubicBezTo>
                    <a:pt x="627" y="2041"/>
                    <a:pt x="873" y="2621"/>
                    <a:pt x="921" y="2621"/>
                  </a:cubicBezTo>
                  <a:cubicBezTo>
                    <a:pt x="922" y="2621"/>
                    <a:pt x="923" y="2621"/>
                    <a:pt x="923" y="2621"/>
                  </a:cubicBezTo>
                  <a:cubicBezTo>
                    <a:pt x="967" y="2606"/>
                    <a:pt x="821" y="2006"/>
                    <a:pt x="557" y="1289"/>
                  </a:cubicBezTo>
                  <a:cubicBezTo>
                    <a:pt x="326" y="580"/>
                    <a:pt x="94" y="0"/>
                    <a:pt x="32"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5" name="Google Shape;1844;p58"/>
            <p:cNvSpPr/>
            <p:nvPr/>
          </p:nvSpPr>
          <p:spPr>
            <a:xfrm>
              <a:off x="2834280" y="2187000"/>
              <a:ext cx="42840" cy="34200"/>
            </a:xfrm>
            <a:custGeom>
              <a:avLst/>
              <a:gdLst>
                <a:gd name="textAreaLeft" fmla="*/ 0 w 42840"/>
                <a:gd name="textAreaRight" fmla="*/ 43200 w 42840"/>
                <a:gd name="textAreaTop" fmla="*/ 0 h 34200"/>
                <a:gd name="textAreaBottom" fmla="*/ 34560 h 34200"/>
              </a:gdLst>
              <a:ahLst/>
              <a:cxnLst/>
              <a:rect l="textAreaLeft" t="textAreaTop" r="textAreaRight" b="textAreaBottom"/>
              <a:pathLst>
                <a:path w="528" h="422">
                  <a:moveTo>
                    <a:pt x="303" y="128"/>
                  </a:moveTo>
                  <a:cubicBezTo>
                    <a:pt x="310" y="128"/>
                    <a:pt x="317" y="129"/>
                    <a:pt x="322" y="132"/>
                  </a:cubicBezTo>
                  <a:cubicBezTo>
                    <a:pt x="352" y="147"/>
                    <a:pt x="366" y="220"/>
                    <a:pt x="293" y="234"/>
                  </a:cubicBezTo>
                  <a:cubicBezTo>
                    <a:pt x="249" y="234"/>
                    <a:pt x="220" y="234"/>
                    <a:pt x="176" y="220"/>
                  </a:cubicBezTo>
                  <a:lnTo>
                    <a:pt x="147" y="191"/>
                  </a:lnTo>
                  <a:cubicBezTo>
                    <a:pt x="158" y="158"/>
                    <a:pt x="185" y="141"/>
                    <a:pt x="211" y="141"/>
                  </a:cubicBezTo>
                  <a:cubicBezTo>
                    <a:pt x="215" y="141"/>
                    <a:pt x="218" y="142"/>
                    <a:pt x="222" y="142"/>
                  </a:cubicBezTo>
                  <a:lnTo>
                    <a:pt x="222" y="142"/>
                  </a:lnTo>
                  <a:cubicBezTo>
                    <a:pt x="226" y="145"/>
                    <a:pt x="230" y="147"/>
                    <a:pt x="235" y="147"/>
                  </a:cubicBezTo>
                  <a:cubicBezTo>
                    <a:pt x="246" y="147"/>
                    <a:pt x="277" y="128"/>
                    <a:pt x="303" y="128"/>
                  </a:cubicBezTo>
                  <a:close/>
                  <a:moveTo>
                    <a:pt x="352" y="0"/>
                  </a:moveTo>
                  <a:cubicBezTo>
                    <a:pt x="283" y="0"/>
                    <a:pt x="240" y="52"/>
                    <a:pt x="223" y="83"/>
                  </a:cubicBezTo>
                  <a:lnTo>
                    <a:pt x="223" y="83"/>
                  </a:lnTo>
                  <a:cubicBezTo>
                    <a:pt x="222" y="80"/>
                    <a:pt x="221" y="77"/>
                    <a:pt x="220" y="73"/>
                  </a:cubicBezTo>
                  <a:cubicBezTo>
                    <a:pt x="205" y="69"/>
                    <a:pt x="187" y="65"/>
                    <a:pt x="168" y="65"/>
                  </a:cubicBezTo>
                  <a:cubicBezTo>
                    <a:pt x="130" y="65"/>
                    <a:pt x="88" y="78"/>
                    <a:pt x="59" y="117"/>
                  </a:cubicBezTo>
                  <a:cubicBezTo>
                    <a:pt x="15" y="132"/>
                    <a:pt x="0" y="205"/>
                    <a:pt x="15" y="234"/>
                  </a:cubicBezTo>
                  <a:cubicBezTo>
                    <a:pt x="30" y="278"/>
                    <a:pt x="44" y="308"/>
                    <a:pt x="88" y="352"/>
                  </a:cubicBezTo>
                  <a:cubicBezTo>
                    <a:pt x="142" y="394"/>
                    <a:pt x="219" y="422"/>
                    <a:pt x="291" y="422"/>
                  </a:cubicBezTo>
                  <a:cubicBezTo>
                    <a:pt x="317" y="422"/>
                    <a:pt x="343" y="418"/>
                    <a:pt x="366" y="410"/>
                  </a:cubicBezTo>
                  <a:cubicBezTo>
                    <a:pt x="425" y="381"/>
                    <a:pt x="454" y="352"/>
                    <a:pt x="498" y="308"/>
                  </a:cubicBezTo>
                  <a:cubicBezTo>
                    <a:pt x="527" y="278"/>
                    <a:pt x="527" y="220"/>
                    <a:pt x="527" y="161"/>
                  </a:cubicBezTo>
                  <a:cubicBezTo>
                    <a:pt x="527" y="117"/>
                    <a:pt x="513" y="73"/>
                    <a:pt x="469" y="44"/>
                  </a:cubicBezTo>
                  <a:cubicBezTo>
                    <a:pt x="439" y="15"/>
                    <a:pt x="381" y="0"/>
                    <a:pt x="352"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6" name="Google Shape;1845;p58"/>
            <p:cNvSpPr/>
            <p:nvPr/>
          </p:nvSpPr>
          <p:spPr>
            <a:xfrm>
              <a:off x="1938240" y="1526760"/>
              <a:ext cx="41400" cy="927000"/>
            </a:xfrm>
            <a:custGeom>
              <a:avLst/>
              <a:gdLst>
                <a:gd name="textAreaLeft" fmla="*/ 0 w 41400"/>
                <a:gd name="textAreaRight" fmla="*/ 41760 w 41400"/>
                <a:gd name="textAreaTop" fmla="*/ 0 h 927000"/>
                <a:gd name="textAreaBottom" fmla="*/ 927360 h 927000"/>
              </a:gdLst>
              <a:ahLst/>
              <a:cxnLst/>
              <a:rect l="textAreaLeft" t="textAreaTop" r="textAreaRight" b="textAreaBottom"/>
              <a:pathLst>
                <a:path w="513" h="11347">
                  <a:moveTo>
                    <a:pt x="453" y="1"/>
                  </a:moveTo>
                  <a:cubicBezTo>
                    <a:pt x="409" y="1"/>
                    <a:pt x="278" y="2537"/>
                    <a:pt x="161" y="5667"/>
                  </a:cubicBezTo>
                  <a:cubicBezTo>
                    <a:pt x="59" y="8800"/>
                    <a:pt x="0" y="11347"/>
                    <a:pt x="59" y="11347"/>
                  </a:cubicBezTo>
                  <a:cubicBezTo>
                    <a:pt x="117" y="11347"/>
                    <a:pt x="235" y="8800"/>
                    <a:pt x="352" y="5667"/>
                  </a:cubicBezTo>
                  <a:cubicBezTo>
                    <a:pt x="454" y="2534"/>
                    <a:pt x="513" y="1"/>
                    <a:pt x="454" y="1"/>
                  </a:cubicBezTo>
                  <a:cubicBezTo>
                    <a:pt x="454" y="1"/>
                    <a:pt x="454" y="1"/>
                    <a:pt x="453" y="1"/>
                  </a:cubicBezTo>
                  <a:close/>
                </a:path>
              </a:pathLst>
            </a:custGeom>
            <a:solidFill>
              <a:srgbClr val="C69F9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27" name="Google Shape;1846;p58"/>
            <p:cNvSpPr/>
            <p:nvPr/>
          </p:nvSpPr>
          <p:spPr>
            <a:xfrm>
              <a:off x="1919160" y="907920"/>
              <a:ext cx="406440" cy="254880"/>
            </a:xfrm>
            <a:custGeom>
              <a:avLst/>
              <a:gdLst>
                <a:gd name="textAreaLeft" fmla="*/ 0 w 406440"/>
                <a:gd name="textAreaRight" fmla="*/ 406800 w 406440"/>
                <a:gd name="textAreaTop" fmla="*/ 0 h 254880"/>
                <a:gd name="textAreaBottom" fmla="*/ 255240 h 254880"/>
              </a:gdLst>
              <a:ahLst/>
              <a:cxnLst/>
              <a:rect l="textAreaLeft" t="textAreaTop" r="textAreaRight" b="textAreaBottom"/>
              <a:pathLst>
                <a:path w="4978" h="3122">
                  <a:moveTo>
                    <a:pt x="2376" y="0"/>
                  </a:moveTo>
                  <a:cubicBezTo>
                    <a:pt x="2360" y="0"/>
                    <a:pt x="2344" y="1"/>
                    <a:pt x="2328" y="3"/>
                  </a:cubicBezTo>
                  <a:cubicBezTo>
                    <a:pt x="2152" y="32"/>
                    <a:pt x="1991" y="105"/>
                    <a:pt x="1845" y="178"/>
                  </a:cubicBezTo>
                  <a:cubicBezTo>
                    <a:pt x="1347" y="427"/>
                    <a:pt x="878" y="735"/>
                    <a:pt x="527" y="1174"/>
                  </a:cubicBezTo>
                  <a:cubicBezTo>
                    <a:pt x="176" y="1598"/>
                    <a:pt x="0" y="2199"/>
                    <a:pt x="147" y="2740"/>
                  </a:cubicBezTo>
                  <a:lnTo>
                    <a:pt x="73" y="2784"/>
                  </a:lnTo>
                  <a:cubicBezTo>
                    <a:pt x="29" y="2901"/>
                    <a:pt x="103" y="3004"/>
                    <a:pt x="205" y="3062"/>
                  </a:cubicBezTo>
                  <a:cubicBezTo>
                    <a:pt x="293" y="3121"/>
                    <a:pt x="395" y="3121"/>
                    <a:pt x="512" y="3121"/>
                  </a:cubicBezTo>
                  <a:cubicBezTo>
                    <a:pt x="563" y="3122"/>
                    <a:pt x="613" y="3122"/>
                    <a:pt x="663" y="3122"/>
                  </a:cubicBezTo>
                  <a:cubicBezTo>
                    <a:pt x="1710" y="3122"/>
                    <a:pt x="2756" y="2976"/>
                    <a:pt x="3762" y="2696"/>
                  </a:cubicBezTo>
                  <a:cubicBezTo>
                    <a:pt x="3762" y="2374"/>
                    <a:pt x="4114" y="2169"/>
                    <a:pt x="4392" y="2008"/>
                  </a:cubicBezTo>
                  <a:cubicBezTo>
                    <a:pt x="4670" y="1833"/>
                    <a:pt x="4978" y="1540"/>
                    <a:pt x="4890" y="1232"/>
                  </a:cubicBezTo>
                  <a:cubicBezTo>
                    <a:pt x="4816" y="1027"/>
                    <a:pt x="4612" y="910"/>
                    <a:pt x="4407" y="881"/>
                  </a:cubicBezTo>
                  <a:cubicBezTo>
                    <a:pt x="4385" y="879"/>
                    <a:pt x="4363" y="879"/>
                    <a:pt x="4342" y="879"/>
                  </a:cubicBezTo>
                  <a:cubicBezTo>
                    <a:pt x="4201" y="879"/>
                    <a:pt x="4066" y="911"/>
                    <a:pt x="3926" y="949"/>
                  </a:cubicBezTo>
                  <a:lnTo>
                    <a:pt x="3926" y="949"/>
                  </a:lnTo>
                  <a:cubicBezTo>
                    <a:pt x="4052" y="859"/>
                    <a:pt x="4080" y="613"/>
                    <a:pt x="3953" y="486"/>
                  </a:cubicBezTo>
                  <a:cubicBezTo>
                    <a:pt x="3858" y="400"/>
                    <a:pt x="3729" y="364"/>
                    <a:pt x="3594" y="364"/>
                  </a:cubicBezTo>
                  <a:cubicBezTo>
                    <a:pt x="3498" y="364"/>
                    <a:pt x="3400" y="382"/>
                    <a:pt x="3309" y="413"/>
                  </a:cubicBezTo>
                  <a:cubicBezTo>
                    <a:pt x="3104" y="486"/>
                    <a:pt x="2884" y="588"/>
                    <a:pt x="2664" y="603"/>
                  </a:cubicBezTo>
                  <a:cubicBezTo>
                    <a:pt x="2811" y="559"/>
                    <a:pt x="2855" y="339"/>
                    <a:pt x="2767" y="193"/>
                  </a:cubicBezTo>
                  <a:cubicBezTo>
                    <a:pt x="2675" y="61"/>
                    <a:pt x="2523" y="0"/>
                    <a:pt x="237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8" name="Google Shape;1847;p58"/>
            <p:cNvSpPr/>
            <p:nvPr/>
          </p:nvSpPr>
          <p:spPr>
            <a:xfrm>
              <a:off x="1828440" y="1009800"/>
              <a:ext cx="425160" cy="519840"/>
            </a:xfrm>
            <a:custGeom>
              <a:avLst/>
              <a:gdLst>
                <a:gd name="textAreaLeft" fmla="*/ 0 w 425160"/>
                <a:gd name="textAreaRight" fmla="*/ 425520 w 425160"/>
                <a:gd name="textAreaTop" fmla="*/ 0 h 519840"/>
                <a:gd name="textAreaBottom" fmla="*/ 520200 h 519840"/>
              </a:gdLst>
              <a:ahLst/>
              <a:cxnLst/>
              <a:rect l="textAreaLeft" t="textAreaTop" r="textAreaRight" b="textAreaBottom"/>
              <a:pathLst>
                <a:path w="5209" h="6367">
                  <a:moveTo>
                    <a:pt x="2833" y="1"/>
                  </a:moveTo>
                  <a:cubicBezTo>
                    <a:pt x="1562" y="1"/>
                    <a:pt x="1504" y="587"/>
                    <a:pt x="1504" y="587"/>
                  </a:cubicBezTo>
                  <a:lnTo>
                    <a:pt x="1504" y="1597"/>
                  </a:lnTo>
                  <a:cubicBezTo>
                    <a:pt x="1504" y="1597"/>
                    <a:pt x="1222" y="1377"/>
                    <a:pt x="921" y="1377"/>
                  </a:cubicBezTo>
                  <a:cubicBezTo>
                    <a:pt x="694" y="1377"/>
                    <a:pt x="457" y="1500"/>
                    <a:pt x="319" y="1933"/>
                  </a:cubicBezTo>
                  <a:cubicBezTo>
                    <a:pt x="1" y="2874"/>
                    <a:pt x="858" y="2900"/>
                    <a:pt x="954" y="2900"/>
                  </a:cubicBezTo>
                  <a:cubicBezTo>
                    <a:pt x="960" y="2900"/>
                    <a:pt x="963" y="2900"/>
                    <a:pt x="963" y="2900"/>
                  </a:cubicBezTo>
                  <a:lnTo>
                    <a:pt x="963" y="2900"/>
                  </a:lnTo>
                  <a:lnTo>
                    <a:pt x="772" y="5257"/>
                  </a:lnTo>
                  <a:cubicBezTo>
                    <a:pt x="758" y="5564"/>
                    <a:pt x="846" y="5886"/>
                    <a:pt x="1065" y="6106"/>
                  </a:cubicBezTo>
                  <a:cubicBezTo>
                    <a:pt x="1268" y="6297"/>
                    <a:pt x="1500" y="6366"/>
                    <a:pt x="1731" y="6366"/>
                  </a:cubicBezTo>
                  <a:cubicBezTo>
                    <a:pt x="2083" y="6366"/>
                    <a:pt x="2431" y="6203"/>
                    <a:pt x="2661" y="6062"/>
                  </a:cubicBezTo>
                  <a:cubicBezTo>
                    <a:pt x="2837" y="5930"/>
                    <a:pt x="2954" y="5754"/>
                    <a:pt x="2954" y="5535"/>
                  </a:cubicBezTo>
                  <a:lnTo>
                    <a:pt x="2954" y="4905"/>
                  </a:lnTo>
                  <a:lnTo>
                    <a:pt x="3817" y="4905"/>
                  </a:lnTo>
                  <a:cubicBezTo>
                    <a:pt x="5208" y="4832"/>
                    <a:pt x="4959" y="396"/>
                    <a:pt x="4959" y="396"/>
                  </a:cubicBezTo>
                  <a:cubicBezTo>
                    <a:pt x="4959" y="57"/>
                    <a:pt x="4307" y="45"/>
                    <a:pt x="4210" y="45"/>
                  </a:cubicBezTo>
                  <a:cubicBezTo>
                    <a:pt x="4202" y="45"/>
                    <a:pt x="4198" y="45"/>
                    <a:pt x="4198" y="45"/>
                  </a:cubicBezTo>
                  <a:lnTo>
                    <a:pt x="2880" y="1"/>
                  </a:lnTo>
                  <a:cubicBezTo>
                    <a:pt x="2865" y="1"/>
                    <a:pt x="2849" y="1"/>
                    <a:pt x="2833" y="1"/>
                  </a:cubicBezTo>
                  <a:close/>
                </a:path>
              </a:pathLst>
            </a:custGeom>
            <a:solidFill>
              <a:srgbClr val="CF886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9" name="Google Shape;1848;p58"/>
            <p:cNvSpPr/>
            <p:nvPr/>
          </p:nvSpPr>
          <p:spPr>
            <a:xfrm>
              <a:off x="2148840" y="1181160"/>
              <a:ext cx="21240" cy="107280"/>
            </a:xfrm>
            <a:custGeom>
              <a:avLst/>
              <a:gdLst>
                <a:gd name="textAreaLeft" fmla="*/ 0 w 21240"/>
                <a:gd name="textAreaRight" fmla="*/ 21600 w 21240"/>
                <a:gd name="textAreaTop" fmla="*/ 0 h 107280"/>
                <a:gd name="textAreaBottom" fmla="*/ 107640 h 107280"/>
              </a:gdLst>
              <a:ahLst/>
              <a:cxnLst/>
              <a:rect l="textAreaLeft" t="textAreaTop" r="textAreaRight" b="textAreaBottom"/>
              <a:pathLst>
                <a:path w="265" h="1318">
                  <a:moveTo>
                    <a:pt x="206" y="0"/>
                  </a:moveTo>
                  <a:cubicBezTo>
                    <a:pt x="177" y="0"/>
                    <a:pt x="177" y="322"/>
                    <a:pt x="177" y="732"/>
                  </a:cubicBezTo>
                  <a:cubicBezTo>
                    <a:pt x="177" y="908"/>
                    <a:pt x="206" y="1113"/>
                    <a:pt x="147" y="1201"/>
                  </a:cubicBezTo>
                  <a:cubicBezTo>
                    <a:pt x="133" y="1245"/>
                    <a:pt x="103" y="1274"/>
                    <a:pt x="59" y="1274"/>
                  </a:cubicBezTo>
                  <a:cubicBezTo>
                    <a:pt x="30" y="1303"/>
                    <a:pt x="1" y="1303"/>
                    <a:pt x="1" y="1303"/>
                  </a:cubicBezTo>
                  <a:cubicBezTo>
                    <a:pt x="1" y="1303"/>
                    <a:pt x="30" y="1318"/>
                    <a:pt x="59" y="1318"/>
                  </a:cubicBezTo>
                  <a:cubicBezTo>
                    <a:pt x="103" y="1318"/>
                    <a:pt x="147" y="1274"/>
                    <a:pt x="206" y="1230"/>
                  </a:cubicBezTo>
                  <a:cubicBezTo>
                    <a:pt x="250" y="1172"/>
                    <a:pt x="264" y="1084"/>
                    <a:pt x="264" y="981"/>
                  </a:cubicBezTo>
                  <a:lnTo>
                    <a:pt x="264" y="718"/>
                  </a:lnTo>
                  <a:cubicBezTo>
                    <a:pt x="264" y="322"/>
                    <a:pt x="220" y="0"/>
                    <a:pt x="20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3640" bIns="53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0" name="Google Shape;1849;p58"/>
            <p:cNvSpPr/>
            <p:nvPr/>
          </p:nvSpPr>
          <p:spPr>
            <a:xfrm>
              <a:off x="2084400" y="1183320"/>
              <a:ext cx="7920" cy="27360"/>
            </a:xfrm>
            <a:custGeom>
              <a:avLst/>
              <a:gdLst>
                <a:gd name="textAreaLeft" fmla="*/ 0 w 7920"/>
                <a:gd name="textAreaRight" fmla="*/ 8280 w 7920"/>
                <a:gd name="textAreaTop" fmla="*/ 0 h 27360"/>
                <a:gd name="textAreaBottom" fmla="*/ 27720 h 27360"/>
              </a:gdLst>
              <a:ahLst/>
              <a:cxnLst/>
              <a:rect l="textAreaLeft" t="textAreaTop" r="textAreaRight" b="textAreaBottom"/>
              <a:pathLst>
                <a:path w="103" h="338">
                  <a:moveTo>
                    <a:pt x="44" y="1"/>
                  </a:moveTo>
                  <a:cubicBezTo>
                    <a:pt x="30" y="1"/>
                    <a:pt x="0" y="74"/>
                    <a:pt x="0" y="176"/>
                  </a:cubicBezTo>
                  <a:cubicBezTo>
                    <a:pt x="0" y="264"/>
                    <a:pt x="44" y="337"/>
                    <a:pt x="59" y="337"/>
                  </a:cubicBezTo>
                  <a:cubicBezTo>
                    <a:pt x="74" y="337"/>
                    <a:pt x="103" y="264"/>
                    <a:pt x="103" y="176"/>
                  </a:cubicBezTo>
                  <a:cubicBezTo>
                    <a:pt x="103" y="74"/>
                    <a:pt x="59" y="1"/>
                    <a:pt x="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1" name="Google Shape;1850;p58"/>
            <p:cNvSpPr/>
            <p:nvPr/>
          </p:nvSpPr>
          <p:spPr>
            <a:xfrm>
              <a:off x="2201400" y="1182240"/>
              <a:ext cx="7920" cy="25920"/>
            </a:xfrm>
            <a:custGeom>
              <a:avLst/>
              <a:gdLst>
                <a:gd name="textAreaLeft" fmla="*/ 0 w 7920"/>
                <a:gd name="textAreaRight" fmla="*/ 8280 w 7920"/>
                <a:gd name="textAreaTop" fmla="*/ 0 h 25920"/>
                <a:gd name="textAreaBottom" fmla="*/ 26280 h 25920"/>
              </a:gdLst>
              <a:ahLst/>
              <a:cxnLst/>
              <a:rect l="textAreaLeft" t="textAreaTop" r="textAreaRight" b="textAreaBottom"/>
              <a:pathLst>
                <a:path w="103" h="323">
                  <a:moveTo>
                    <a:pt x="59" y="0"/>
                  </a:moveTo>
                  <a:cubicBezTo>
                    <a:pt x="15" y="0"/>
                    <a:pt x="0" y="73"/>
                    <a:pt x="15" y="161"/>
                  </a:cubicBezTo>
                  <a:cubicBezTo>
                    <a:pt x="15" y="264"/>
                    <a:pt x="59" y="322"/>
                    <a:pt x="73" y="322"/>
                  </a:cubicBezTo>
                  <a:cubicBezTo>
                    <a:pt x="88" y="322"/>
                    <a:pt x="103" y="264"/>
                    <a:pt x="103" y="161"/>
                  </a:cubicBezTo>
                  <a:cubicBezTo>
                    <a:pt x="103" y="73"/>
                    <a:pt x="73" y="0"/>
                    <a:pt x="5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2" name="Google Shape;1851;p58"/>
            <p:cNvSpPr/>
            <p:nvPr/>
          </p:nvSpPr>
          <p:spPr>
            <a:xfrm>
              <a:off x="2061360" y="1272960"/>
              <a:ext cx="79920" cy="69480"/>
            </a:xfrm>
            <a:custGeom>
              <a:avLst/>
              <a:gdLst>
                <a:gd name="textAreaLeft" fmla="*/ 0 w 79920"/>
                <a:gd name="textAreaRight" fmla="*/ 80280 w 79920"/>
                <a:gd name="textAreaTop" fmla="*/ 0 h 69480"/>
                <a:gd name="textAreaBottom" fmla="*/ 69840 h 69480"/>
              </a:gdLst>
              <a:ahLst/>
              <a:cxnLst/>
              <a:rect l="textAreaLeft" t="textAreaTop" r="textAreaRight" b="textAreaBottom"/>
              <a:pathLst>
                <a:path w="982" h="854">
                  <a:moveTo>
                    <a:pt x="191" y="1"/>
                  </a:moveTo>
                  <a:lnTo>
                    <a:pt x="161" y="45"/>
                  </a:lnTo>
                  <a:cubicBezTo>
                    <a:pt x="0" y="264"/>
                    <a:pt x="44" y="586"/>
                    <a:pt x="264" y="762"/>
                  </a:cubicBezTo>
                  <a:cubicBezTo>
                    <a:pt x="349" y="824"/>
                    <a:pt x="451" y="854"/>
                    <a:pt x="554" y="854"/>
                  </a:cubicBezTo>
                  <a:cubicBezTo>
                    <a:pt x="717" y="854"/>
                    <a:pt x="882" y="780"/>
                    <a:pt x="981" y="645"/>
                  </a:cubicBezTo>
                  <a:lnTo>
                    <a:pt x="981" y="645"/>
                  </a:lnTo>
                  <a:cubicBezTo>
                    <a:pt x="966" y="646"/>
                    <a:pt x="951" y="647"/>
                    <a:pt x="936" y="647"/>
                  </a:cubicBezTo>
                  <a:cubicBezTo>
                    <a:pt x="773" y="647"/>
                    <a:pt x="603" y="577"/>
                    <a:pt x="469" y="484"/>
                  </a:cubicBezTo>
                  <a:cubicBezTo>
                    <a:pt x="322" y="367"/>
                    <a:pt x="234" y="191"/>
                    <a:pt x="19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920" bIns="34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3" name="Google Shape;1852;p58"/>
            <p:cNvSpPr/>
            <p:nvPr/>
          </p:nvSpPr>
          <p:spPr>
            <a:xfrm>
              <a:off x="1883160" y="1168200"/>
              <a:ext cx="32040" cy="47160"/>
            </a:xfrm>
            <a:custGeom>
              <a:avLst/>
              <a:gdLst>
                <a:gd name="textAreaLeft" fmla="*/ 0 w 32040"/>
                <a:gd name="textAreaRight" fmla="*/ 32400 w 32040"/>
                <a:gd name="textAreaTop" fmla="*/ 0 h 47160"/>
                <a:gd name="textAreaBottom" fmla="*/ 47520 h 47160"/>
              </a:gdLst>
              <a:ahLst/>
              <a:cxnLst/>
              <a:rect l="textAreaLeft" t="textAreaTop" r="textAreaRight" b="textAreaBottom"/>
              <a:pathLst>
                <a:path w="397" h="582">
                  <a:moveTo>
                    <a:pt x="30" y="0"/>
                  </a:moveTo>
                  <a:cubicBezTo>
                    <a:pt x="12" y="0"/>
                    <a:pt x="1" y="4"/>
                    <a:pt x="1" y="11"/>
                  </a:cubicBezTo>
                  <a:cubicBezTo>
                    <a:pt x="1" y="40"/>
                    <a:pt x="147" y="84"/>
                    <a:pt x="250" y="245"/>
                  </a:cubicBezTo>
                  <a:cubicBezTo>
                    <a:pt x="338" y="406"/>
                    <a:pt x="338" y="582"/>
                    <a:pt x="367" y="582"/>
                  </a:cubicBezTo>
                  <a:cubicBezTo>
                    <a:pt x="367" y="582"/>
                    <a:pt x="396" y="538"/>
                    <a:pt x="396" y="465"/>
                  </a:cubicBezTo>
                  <a:cubicBezTo>
                    <a:pt x="396" y="392"/>
                    <a:pt x="382" y="289"/>
                    <a:pt x="323" y="187"/>
                  </a:cubicBezTo>
                  <a:cubicBezTo>
                    <a:pt x="250" y="99"/>
                    <a:pt x="177" y="26"/>
                    <a:pt x="103" y="11"/>
                  </a:cubicBezTo>
                  <a:cubicBezTo>
                    <a:pt x="74" y="4"/>
                    <a:pt x="49" y="0"/>
                    <a:pt x="3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4" name="Google Shape;1853;p58"/>
            <p:cNvSpPr/>
            <p:nvPr/>
          </p:nvSpPr>
          <p:spPr>
            <a:xfrm>
              <a:off x="2008800" y="1372320"/>
              <a:ext cx="64440" cy="113400"/>
            </a:xfrm>
            <a:custGeom>
              <a:avLst/>
              <a:gdLst>
                <a:gd name="textAreaLeft" fmla="*/ 0 w 64440"/>
                <a:gd name="textAreaRight" fmla="*/ 64800 w 64440"/>
                <a:gd name="textAreaTop" fmla="*/ 0 h 113400"/>
                <a:gd name="textAreaBottom" fmla="*/ 113760 h 113400"/>
              </a:gdLst>
              <a:ahLst/>
              <a:cxnLst/>
              <a:rect l="textAreaLeft" t="textAreaTop" r="textAreaRight" b="textAreaBottom"/>
              <a:pathLst>
                <a:path w="791" h="1392">
                  <a:moveTo>
                    <a:pt x="15" y="1"/>
                  </a:moveTo>
                  <a:cubicBezTo>
                    <a:pt x="0" y="235"/>
                    <a:pt x="0" y="498"/>
                    <a:pt x="73" y="733"/>
                  </a:cubicBezTo>
                  <a:cubicBezTo>
                    <a:pt x="146" y="967"/>
                    <a:pt x="293" y="1187"/>
                    <a:pt x="512" y="1289"/>
                  </a:cubicBezTo>
                  <a:cubicBezTo>
                    <a:pt x="586" y="1333"/>
                    <a:pt x="703" y="1392"/>
                    <a:pt x="703" y="1392"/>
                  </a:cubicBezTo>
                  <a:cubicBezTo>
                    <a:pt x="703" y="1377"/>
                    <a:pt x="747" y="1216"/>
                    <a:pt x="747" y="1201"/>
                  </a:cubicBezTo>
                  <a:cubicBezTo>
                    <a:pt x="791" y="952"/>
                    <a:pt x="791" y="762"/>
                    <a:pt x="747" y="469"/>
                  </a:cubicBezTo>
                  <a:cubicBezTo>
                    <a:pt x="454" y="396"/>
                    <a:pt x="190" y="220"/>
                    <a:pt x="15" y="1"/>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56880" bIns="56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5" name="Google Shape;1854;p58"/>
            <p:cNvSpPr/>
            <p:nvPr/>
          </p:nvSpPr>
          <p:spPr>
            <a:xfrm>
              <a:off x="1931040" y="975240"/>
              <a:ext cx="322560" cy="244440"/>
            </a:xfrm>
            <a:custGeom>
              <a:avLst/>
              <a:gdLst>
                <a:gd name="textAreaLeft" fmla="*/ 0 w 322560"/>
                <a:gd name="textAreaRight" fmla="*/ 322920 w 322560"/>
                <a:gd name="textAreaTop" fmla="*/ 0 h 244440"/>
                <a:gd name="textAreaBottom" fmla="*/ 244800 h 244440"/>
              </a:gdLst>
              <a:ahLst/>
              <a:cxnLst/>
              <a:rect l="textAreaLeft" t="textAreaTop" r="textAreaRight" b="textAreaBottom"/>
              <a:pathLst>
                <a:path w="3954" h="2997">
                  <a:moveTo>
                    <a:pt x="1836" y="0"/>
                  </a:moveTo>
                  <a:cubicBezTo>
                    <a:pt x="1810" y="0"/>
                    <a:pt x="1784" y="1"/>
                    <a:pt x="1757" y="1"/>
                  </a:cubicBezTo>
                  <a:cubicBezTo>
                    <a:pt x="1245" y="31"/>
                    <a:pt x="732" y="192"/>
                    <a:pt x="396" y="572"/>
                  </a:cubicBezTo>
                  <a:cubicBezTo>
                    <a:pt x="74" y="968"/>
                    <a:pt x="1" y="1582"/>
                    <a:pt x="323" y="1963"/>
                  </a:cubicBezTo>
                  <a:lnTo>
                    <a:pt x="249" y="1963"/>
                  </a:lnTo>
                  <a:cubicBezTo>
                    <a:pt x="323" y="2095"/>
                    <a:pt x="323" y="2256"/>
                    <a:pt x="323" y="2402"/>
                  </a:cubicBezTo>
                  <a:cubicBezTo>
                    <a:pt x="323" y="2549"/>
                    <a:pt x="323" y="2724"/>
                    <a:pt x="396" y="2841"/>
                  </a:cubicBezTo>
                  <a:cubicBezTo>
                    <a:pt x="447" y="2934"/>
                    <a:pt x="562" y="2997"/>
                    <a:pt x="662" y="2997"/>
                  </a:cubicBezTo>
                  <a:cubicBezTo>
                    <a:pt x="705" y="2997"/>
                    <a:pt x="745" y="2985"/>
                    <a:pt x="776" y="2959"/>
                  </a:cubicBezTo>
                  <a:cubicBezTo>
                    <a:pt x="879" y="2885"/>
                    <a:pt x="894" y="2768"/>
                    <a:pt x="908" y="2666"/>
                  </a:cubicBezTo>
                  <a:cubicBezTo>
                    <a:pt x="967" y="2227"/>
                    <a:pt x="1040" y="1787"/>
                    <a:pt x="1098" y="1348"/>
                  </a:cubicBezTo>
                  <a:cubicBezTo>
                    <a:pt x="1246" y="1417"/>
                    <a:pt x="1404" y="1450"/>
                    <a:pt x="1563" y="1450"/>
                  </a:cubicBezTo>
                  <a:cubicBezTo>
                    <a:pt x="1941" y="1450"/>
                    <a:pt x="2321" y="1267"/>
                    <a:pt x="2548" y="968"/>
                  </a:cubicBezTo>
                  <a:cubicBezTo>
                    <a:pt x="2777" y="1089"/>
                    <a:pt x="3030" y="1235"/>
                    <a:pt x="3297" y="1235"/>
                  </a:cubicBezTo>
                  <a:cubicBezTo>
                    <a:pt x="3320" y="1235"/>
                    <a:pt x="3344" y="1234"/>
                    <a:pt x="3368" y="1231"/>
                  </a:cubicBezTo>
                  <a:cubicBezTo>
                    <a:pt x="3660" y="1217"/>
                    <a:pt x="3953" y="924"/>
                    <a:pt x="3865" y="646"/>
                  </a:cubicBezTo>
                  <a:cubicBezTo>
                    <a:pt x="3792" y="411"/>
                    <a:pt x="3514" y="294"/>
                    <a:pt x="3250" y="250"/>
                  </a:cubicBezTo>
                  <a:cubicBezTo>
                    <a:pt x="2792" y="125"/>
                    <a:pt x="2321" y="0"/>
                    <a:pt x="183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6" name="Google Shape;1855;p58"/>
            <p:cNvSpPr/>
            <p:nvPr/>
          </p:nvSpPr>
          <p:spPr>
            <a:xfrm>
              <a:off x="2190600" y="1460880"/>
              <a:ext cx="10440" cy="121680"/>
            </a:xfrm>
            <a:custGeom>
              <a:avLst/>
              <a:gdLst>
                <a:gd name="textAreaLeft" fmla="*/ 0 w 10440"/>
                <a:gd name="textAreaRight" fmla="*/ 10800 w 10440"/>
                <a:gd name="textAreaTop" fmla="*/ 0 h 121680"/>
                <a:gd name="textAreaBottom" fmla="*/ 122040 h 121680"/>
              </a:gdLst>
              <a:ahLst/>
              <a:cxnLst/>
              <a:rect l="textAreaLeft" t="textAreaTop" r="textAreaRight" b="textAreaBottom"/>
              <a:pathLst>
                <a:path w="133" h="1494">
                  <a:moveTo>
                    <a:pt x="44" y="0"/>
                  </a:moveTo>
                  <a:cubicBezTo>
                    <a:pt x="30" y="0"/>
                    <a:pt x="0" y="322"/>
                    <a:pt x="30" y="747"/>
                  </a:cubicBezTo>
                  <a:cubicBezTo>
                    <a:pt x="44" y="1171"/>
                    <a:pt x="73" y="1493"/>
                    <a:pt x="103" y="1493"/>
                  </a:cubicBezTo>
                  <a:cubicBezTo>
                    <a:pt x="117" y="1493"/>
                    <a:pt x="132" y="1171"/>
                    <a:pt x="117" y="747"/>
                  </a:cubicBezTo>
                  <a:cubicBezTo>
                    <a:pt x="103" y="322"/>
                    <a:pt x="59" y="0"/>
                    <a:pt x="44"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60840" bIns="60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7" name="Google Shape;1856;p58"/>
            <p:cNvSpPr/>
            <p:nvPr/>
          </p:nvSpPr>
          <p:spPr>
            <a:xfrm>
              <a:off x="1538640" y="2451600"/>
              <a:ext cx="165960" cy="138600"/>
            </a:xfrm>
            <a:custGeom>
              <a:avLst/>
              <a:gdLst>
                <a:gd name="textAreaLeft" fmla="*/ 0 w 165960"/>
                <a:gd name="textAreaRight" fmla="*/ 166320 w 165960"/>
                <a:gd name="textAreaTop" fmla="*/ 0 h 138600"/>
                <a:gd name="textAreaBottom" fmla="*/ 138960 h 138600"/>
              </a:gdLst>
              <a:ahLst/>
              <a:cxnLst/>
              <a:rect l="textAreaLeft" t="textAreaTop" r="textAreaRight" b="textAreaBottom"/>
              <a:pathLst>
                <a:path w="2036" h="1699">
                  <a:moveTo>
                    <a:pt x="2019" y="0"/>
                  </a:moveTo>
                  <a:cubicBezTo>
                    <a:pt x="1971" y="0"/>
                    <a:pt x="1721" y="563"/>
                    <a:pt x="1172" y="1025"/>
                  </a:cubicBezTo>
                  <a:cubicBezTo>
                    <a:pt x="616" y="1508"/>
                    <a:pt x="1" y="1669"/>
                    <a:pt x="30" y="1699"/>
                  </a:cubicBezTo>
                  <a:cubicBezTo>
                    <a:pt x="30" y="1699"/>
                    <a:pt x="176" y="1684"/>
                    <a:pt x="411" y="1596"/>
                  </a:cubicBezTo>
                  <a:cubicBezTo>
                    <a:pt x="630" y="1523"/>
                    <a:pt x="938" y="1347"/>
                    <a:pt x="1230" y="1099"/>
                  </a:cubicBezTo>
                  <a:cubicBezTo>
                    <a:pt x="1509" y="864"/>
                    <a:pt x="1728" y="586"/>
                    <a:pt x="1860" y="367"/>
                  </a:cubicBezTo>
                  <a:cubicBezTo>
                    <a:pt x="1977" y="147"/>
                    <a:pt x="2036" y="1"/>
                    <a:pt x="2021" y="1"/>
                  </a:cubicBezTo>
                  <a:cubicBezTo>
                    <a:pt x="2020" y="0"/>
                    <a:pt x="2020" y="0"/>
                    <a:pt x="2019" y="0"/>
                  </a:cubicBezTo>
                  <a:close/>
                </a:path>
              </a:pathLst>
            </a:custGeom>
            <a:solidFill>
              <a:srgbClr val="FFFFFF">
                <a:alpha val="12000"/>
              </a:srgbClr>
            </a:solidFill>
            <a:ln w="0">
              <a:noFill/>
            </a:ln>
          </p:spPr>
          <p:style>
            <a:lnRef idx="0">
              <a:scrgbClr r="0" g="0" b="0"/>
            </a:lnRef>
            <a:fillRef idx="0">
              <a:scrgbClr r="0" g="0" b="0"/>
            </a:fillRef>
            <a:effectRef idx="0">
              <a:scrgbClr r="0" g="0" b="0"/>
            </a:effectRef>
            <a:fontRef idx="minor"/>
          </p:style>
          <p:txBody>
            <a:bodyPr tIns="69480" bIns="69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8" name="Google Shape;1857;p58"/>
            <p:cNvSpPr/>
            <p:nvPr/>
          </p:nvSpPr>
          <p:spPr>
            <a:xfrm>
              <a:off x="1859400" y="2441880"/>
              <a:ext cx="219600" cy="2059920"/>
            </a:xfrm>
            <a:custGeom>
              <a:avLst/>
              <a:gdLst>
                <a:gd name="textAreaLeft" fmla="*/ 0 w 219600"/>
                <a:gd name="textAreaRight" fmla="*/ 219960 w 219600"/>
                <a:gd name="textAreaTop" fmla="*/ 0 h 2059920"/>
                <a:gd name="textAreaBottom" fmla="*/ 2060280 h 2059920"/>
              </a:gdLst>
              <a:ahLst/>
              <a:cxnLst/>
              <a:rect l="textAreaLeft" t="textAreaTop" r="textAreaRight" b="textAreaBottom"/>
              <a:pathLst>
                <a:path w="2694" h="25210">
                  <a:moveTo>
                    <a:pt x="2665" y="0"/>
                  </a:moveTo>
                  <a:lnTo>
                    <a:pt x="2665" y="0"/>
                  </a:lnTo>
                  <a:cubicBezTo>
                    <a:pt x="2650" y="0"/>
                    <a:pt x="2020" y="5637"/>
                    <a:pt x="1288" y="12605"/>
                  </a:cubicBezTo>
                  <a:cubicBezTo>
                    <a:pt x="556" y="19559"/>
                    <a:pt x="0" y="25210"/>
                    <a:pt x="15" y="25210"/>
                  </a:cubicBezTo>
                  <a:cubicBezTo>
                    <a:pt x="29" y="25210"/>
                    <a:pt x="659" y="19574"/>
                    <a:pt x="1391" y="12605"/>
                  </a:cubicBezTo>
                  <a:cubicBezTo>
                    <a:pt x="2123" y="5651"/>
                    <a:pt x="2694" y="0"/>
                    <a:pt x="2665" y="0"/>
                  </a:cubicBezTo>
                  <a:close/>
                </a:path>
              </a:pathLst>
            </a:custGeom>
            <a:solidFill>
              <a:srgbClr val="FFFFF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9" name="Google Shape;1858;p58"/>
            <p:cNvSpPr/>
            <p:nvPr/>
          </p:nvSpPr>
          <p:spPr>
            <a:xfrm>
              <a:off x="1411920" y="2420280"/>
              <a:ext cx="369360" cy="2087280"/>
            </a:xfrm>
            <a:custGeom>
              <a:avLst/>
              <a:gdLst>
                <a:gd name="textAreaLeft" fmla="*/ 0 w 369360"/>
                <a:gd name="textAreaRight" fmla="*/ 369720 w 369360"/>
                <a:gd name="textAreaTop" fmla="*/ 0 h 2087280"/>
                <a:gd name="textAreaBottom" fmla="*/ 2087640 h 2087280"/>
              </a:gdLst>
              <a:ahLst/>
              <a:cxnLst/>
              <a:rect l="textAreaLeft" t="textAreaTop" r="textAreaRight" b="textAreaBottom"/>
              <a:pathLst>
                <a:path w="4525" h="25547">
                  <a:moveTo>
                    <a:pt x="4525" y="1"/>
                  </a:moveTo>
                  <a:cubicBezTo>
                    <a:pt x="4525" y="1"/>
                    <a:pt x="4524" y="16"/>
                    <a:pt x="4481" y="74"/>
                  </a:cubicBezTo>
                  <a:cubicBezTo>
                    <a:pt x="4466" y="103"/>
                    <a:pt x="4451" y="177"/>
                    <a:pt x="4422" y="250"/>
                  </a:cubicBezTo>
                  <a:cubicBezTo>
                    <a:pt x="4393" y="426"/>
                    <a:pt x="4334" y="674"/>
                    <a:pt x="4261" y="982"/>
                  </a:cubicBezTo>
                  <a:cubicBezTo>
                    <a:pt x="4115" y="1626"/>
                    <a:pt x="3895" y="2548"/>
                    <a:pt x="3661" y="3690"/>
                  </a:cubicBezTo>
                  <a:cubicBezTo>
                    <a:pt x="3163" y="6003"/>
                    <a:pt x="2519" y="9165"/>
                    <a:pt x="1904" y="12693"/>
                  </a:cubicBezTo>
                  <a:cubicBezTo>
                    <a:pt x="1275" y="16236"/>
                    <a:pt x="806" y="19428"/>
                    <a:pt x="469" y="21755"/>
                  </a:cubicBezTo>
                  <a:cubicBezTo>
                    <a:pt x="308" y="22926"/>
                    <a:pt x="177" y="23863"/>
                    <a:pt x="103" y="24522"/>
                  </a:cubicBezTo>
                  <a:cubicBezTo>
                    <a:pt x="74" y="24844"/>
                    <a:pt x="30" y="25093"/>
                    <a:pt x="16" y="25269"/>
                  </a:cubicBezTo>
                  <a:cubicBezTo>
                    <a:pt x="16" y="25371"/>
                    <a:pt x="1" y="25415"/>
                    <a:pt x="1" y="25474"/>
                  </a:cubicBezTo>
                  <a:lnTo>
                    <a:pt x="1" y="25547"/>
                  </a:lnTo>
                  <a:cubicBezTo>
                    <a:pt x="1" y="25547"/>
                    <a:pt x="16" y="25518"/>
                    <a:pt x="16" y="25474"/>
                  </a:cubicBezTo>
                  <a:cubicBezTo>
                    <a:pt x="30" y="25415"/>
                    <a:pt x="30" y="25342"/>
                    <a:pt x="60" y="25269"/>
                  </a:cubicBezTo>
                  <a:cubicBezTo>
                    <a:pt x="89" y="25093"/>
                    <a:pt x="118" y="24844"/>
                    <a:pt x="162" y="24522"/>
                  </a:cubicBezTo>
                  <a:cubicBezTo>
                    <a:pt x="279" y="23863"/>
                    <a:pt x="411" y="22926"/>
                    <a:pt x="572" y="21770"/>
                  </a:cubicBezTo>
                  <a:cubicBezTo>
                    <a:pt x="909" y="19472"/>
                    <a:pt x="1406" y="16265"/>
                    <a:pt x="2036" y="12737"/>
                  </a:cubicBezTo>
                  <a:cubicBezTo>
                    <a:pt x="2651" y="9209"/>
                    <a:pt x="3280" y="6047"/>
                    <a:pt x="3749" y="3734"/>
                  </a:cubicBezTo>
                  <a:cubicBezTo>
                    <a:pt x="3998" y="2578"/>
                    <a:pt x="4188" y="1655"/>
                    <a:pt x="4320" y="1011"/>
                  </a:cubicBezTo>
                  <a:cubicBezTo>
                    <a:pt x="4378" y="704"/>
                    <a:pt x="4422" y="455"/>
                    <a:pt x="4466" y="279"/>
                  </a:cubicBezTo>
                  <a:cubicBezTo>
                    <a:pt x="4481" y="191"/>
                    <a:pt x="4481" y="133"/>
                    <a:pt x="4510" y="74"/>
                  </a:cubicBezTo>
                  <a:cubicBezTo>
                    <a:pt x="4524" y="16"/>
                    <a:pt x="4525" y="1"/>
                    <a:pt x="4525" y="1"/>
                  </a:cubicBezTo>
                  <a:close/>
                </a:path>
              </a:pathLst>
            </a:custGeom>
            <a:solidFill>
              <a:srgbClr val="FFFFF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0" name="Google Shape;1859;p58"/>
            <p:cNvSpPr/>
            <p:nvPr/>
          </p:nvSpPr>
          <p:spPr>
            <a:xfrm>
              <a:off x="2154960" y="2427480"/>
              <a:ext cx="88200" cy="136440"/>
            </a:xfrm>
            <a:custGeom>
              <a:avLst/>
              <a:gdLst>
                <a:gd name="textAreaLeft" fmla="*/ 0 w 88200"/>
                <a:gd name="textAreaRight" fmla="*/ 88560 w 88200"/>
                <a:gd name="textAreaTop" fmla="*/ 0 h 136440"/>
                <a:gd name="textAreaBottom" fmla="*/ 136800 h 136440"/>
              </a:gdLst>
              <a:ahLst/>
              <a:cxnLst/>
              <a:rect l="textAreaLeft" t="textAreaTop" r="textAreaRight" b="textAreaBottom"/>
              <a:pathLst>
                <a:path w="1084" h="1673">
                  <a:moveTo>
                    <a:pt x="29" y="1"/>
                  </a:moveTo>
                  <a:cubicBezTo>
                    <a:pt x="29" y="1"/>
                    <a:pt x="0" y="133"/>
                    <a:pt x="29" y="308"/>
                  </a:cubicBezTo>
                  <a:cubicBezTo>
                    <a:pt x="59" y="499"/>
                    <a:pt x="132" y="747"/>
                    <a:pt x="278" y="1011"/>
                  </a:cubicBezTo>
                  <a:cubicBezTo>
                    <a:pt x="439" y="1245"/>
                    <a:pt x="630" y="1435"/>
                    <a:pt x="791" y="1538"/>
                  </a:cubicBezTo>
                  <a:cubicBezTo>
                    <a:pt x="932" y="1628"/>
                    <a:pt x="1039" y="1672"/>
                    <a:pt x="1063" y="1672"/>
                  </a:cubicBezTo>
                  <a:cubicBezTo>
                    <a:pt x="1067" y="1672"/>
                    <a:pt x="1069" y="1672"/>
                    <a:pt x="1069" y="1670"/>
                  </a:cubicBezTo>
                  <a:cubicBezTo>
                    <a:pt x="1083" y="1655"/>
                    <a:pt x="644" y="1435"/>
                    <a:pt x="351" y="952"/>
                  </a:cubicBezTo>
                  <a:cubicBezTo>
                    <a:pt x="59" y="484"/>
                    <a:pt x="59" y="1"/>
                    <a:pt x="29" y="1"/>
                  </a:cubicBezTo>
                  <a:close/>
                </a:path>
              </a:pathLst>
            </a:custGeom>
            <a:solidFill>
              <a:srgbClr val="FFFFFF">
                <a:alpha val="12000"/>
              </a:srgbClr>
            </a:solidFill>
            <a:ln w="0">
              <a:noFill/>
            </a:ln>
          </p:spPr>
          <p:style>
            <a:lnRef idx="0">
              <a:scrgbClr r="0" g="0" b="0"/>
            </a:lnRef>
            <a:fillRef idx="0">
              <a:scrgbClr r="0" g="0" b="0"/>
            </a:fillRef>
            <a:effectRef idx="0">
              <a:scrgbClr r="0" g="0" b="0"/>
            </a:effectRef>
            <a:fontRef idx="minor"/>
          </p:style>
          <p:txBody>
            <a:bodyPr tIns="68400" bIns="68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1" name="Google Shape;1860;p58"/>
            <p:cNvSpPr/>
            <p:nvPr/>
          </p:nvSpPr>
          <p:spPr>
            <a:xfrm>
              <a:off x="803160" y="3233880"/>
              <a:ext cx="929160" cy="686520"/>
            </a:xfrm>
            <a:custGeom>
              <a:avLst/>
              <a:gdLst>
                <a:gd name="textAreaLeft" fmla="*/ 0 w 929160"/>
                <a:gd name="textAreaRight" fmla="*/ 929520 w 929160"/>
                <a:gd name="textAreaTop" fmla="*/ 0 h 686520"/>
                <a:gd name="textAreaBottom" fmla="*/ 686880 h 686520"/>
              </a:gdLst>
              <a:ahLst/>
              <a:cxnLst/>
              <a:rect l="textAreaLeft" t="textAreaTop" r="textAreaRight" b="textAreaBottom"/>
              <a:pathLst>
                <a:path w="11376" h="8404">
                  <a:moveTo>
                    <a:pt x="615" y="1"/>
                  </a:moveTo>
                  <a:lnTo>
                    <a:pt x="0" y="8053"/>
                  </a:lnTo>
                  <a:lnTo>
                    <a:pt x="11083" y="8404"/>
                  </a:lnTo>
                  <a:lnTo>
                    <a:pt x="11375"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2" name="Google Shape;1861;p58"/>
            <p:cNvSpPr/>
            <p:nvPr/>
          </p:nvSpPr>
          <p:spPr>
            <a:xfrm>
              <a:off x="1048320" y="3052800"/>
              <a:ext cx="527400" cy="223920"/>
            </a:xfrm>
            <a:custGeom>
              <a:avLst/>
              <a:gdLst>
                <a:gd name="textAreaLeft" fmla="*/ 0 w 527400"/>
                <a:gd name="textAreaRight" fmla="*/ 527760 w 527400"/>
                <a:gd name="textAreaTop" fmla="*/ 0 h 223920"/>
                <a:gd name="textAreaBottom" fmla="*/ 224280 h 223920"/>
              </a:gdLst>
              <a:ahLst/>
              <a:cxnLst/>
              <a:rect l="textAreaLeft" t="textAreaTop" r="textAreaRight" b="textAreaBottom"/>
              <a:pathLst>
                <a:path w="6457" h="2746">
                  <a:moveTo>
                    <a:pt x="3012" y="1"/>
                  </a:moveTo>
                  <a:cubicBezTo>
                    <a:pt x="303" y="1"/>
                    <a:pt x="1" y="2365"/>
                    <a:pt x="1" y="2365"/>
                  </a:cubicBezTo>
                  <a:lnTo>
                    <a:pt x="1084" y="2746"/>
                  </a:lnTo>
                  <a:cubicBezTo>
                    <a:pt x="1084" y="2746"/>
                    <a:pt x="601" y="1048"/>
                    <a:pt x="2870" y="477"/>
                  </a:cubicBezTo>
                  <a:cubicBezTo>
                    <a:pt x="3087" y="424"/>
                    <a:pt x="3289" y="400"/>
                    <a:pt x="3477" y="400"/>
                  </a:cubicBezTo>
                  <a:cubicBezTo>
                    <a:pt x="5264" y="400"/>
                    <a:pt x="5827" y="2556"/>
                    <a:pt x="5827" y="2556"/>
                  </a:cubicBezTo>
                  <a:lnTo>
                    <a:pt x="6457" y="2556"/>
                  </a:lnTo>
                  <a:cubicBezTo>
                    <a:pt x="6457" y="2556"/>
                    <a:pt x="6222" y="169"/>
                    <a:pt x="3280" y="8"/>
                  </a:cubicBezTo>
                  <a:cubicBezTo>
                    <a:pt x="3188" y="3"/>
                    <a:pt x="3099" y="1"/>
                    <a:pt x="3012"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3" name="Google Shape;1862;p58"/>
            <p:cNvSpPr/>
            <p:nvPr/>
          </p:nvSpPr>
          <p:spPr>
            <a:xfrm>
              <a:off x="1262520" y="1605600"/>
              <a:ext cx="521280" cy="1374480"/>
            </a:xfrm>
            <a:custGeom>
              <a:avLst/>
              <a:gdLst>
                <a:gd name="textAreaLeft" fmla="*/ 0 w 521280"/>
                <a:gd name="textAreaRight" fmla="*/ 521640 w 521280"/>
                <a:gd name="textAreaTop" fmla="*/ 0 h 1374480"/>
                <a:gd name="textAreaBottom" fmla="*/ 1374840 h 1374480"/>
              </a:gdLst>
              <a:ahLst/>
              <a:cxnLst/>
              <a:rect l="textAreaLeft" t="textAreaTop" r="textAreaRight" b="textAreaBottom"/>
              <a:pathLst>
                <a:path w="6383" h="16822">
                  <a:moveTo>
                    <a:pt x="3250" y="0"/>
                  </a:moveTo>
                  <a:cubicBezTo>
                    <a:pt x="3250" y="0"/>
                    <a:pt x="1596" y="4773"/>
                    <a:pt x="966" y="7569"/>
                  </a:cubicBezTo>
                  <a:cubicBezTo>
                    <a:pt x="234" y="10848"/>
                    <a:pt x="0" y="15504"/>
                    <a:pt x="0" y="15504"/>
                  </a:cubicBezTo>
                  <a:lnTo>
                    <a:pt x="2606" y="16821"/>
                  </a:lnTo>
                  <a:cubicBezTo>
                    <a:pt x="2606" y="16821"/>
                    <a:pt x="3631" y="9619"/>
                    <a:pt x="3894" y="8638"/>
                  </a:cubicBezTo>
                  <a:cubicBezTo>
                    <a:pt x="4304" y="7130"/>
                    <a:pt x="6383" y="674"/>
                    <a:pt x="6383" y="674"/>
                  </a:cubicBezTo>
                  <a:lnTo>
                    <a:pt x="325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4" name="Google Shape;1863;p58"/>
            <p:cNvSpPr/>
            <p:nvPr/>
          </p:nvSpPr>
          <p:spPr>
            <a:xfrm>
              <a:off x="1200240" y="2855520"/>
              <a:ext cx="281880" cy="326160"/>
            </a:xfrm>
            <a:custGeom>
              <a:avLst/>
              <a:gdLst>
                <a:gd name="textAreaLeft" fmla="*/ 0 w 281880"/>
                <a:gd name="textAreaRight" fmla="*/ 282240 w 281880"/>
                <a:gd name="textAreaTop" fmla="*/ 0 h 326160"/>
                <a:gd name="textAreaBottom" fmla="*/ 326520 h 326160"/>
              </a:gdLst>
              <a:ahLst/>
              <a:cxnLst/>
              <a:rect l="textAreaLeft" t="textAreaTop" r="textAreaRight" b="textAreaBottom"/>
              <a:pathLst>
                <a:path w="3456" h="3994">
                  <a:moveTo>
                    <a:pt x="912" y="1"/>
                  </a:moveTo>
                  <a:cubicBezTo>
                    <a:pt x="826" y="1"/>
                    <a:pt x="764" y="29"/>
                    <a:pt x="733" y="93"/>
                  </a:cubicBezTo>
                  <a:cubicBezTo>
                    <a:pt x="733" y="93"/>
                    <a:pt x="1" y="2127"/>
                    <a:pt x="45" y="2362"/>
                  </a:cubicBezTo>
                  <a:cubicBezTo>
                    <a:pt x="53" y="2399"/>
                    <a:pt x="72" y="2415"/>
                    <a:pt x="100" y="2415"/>
                  </a:cubicBezTo>
                  <a:cubicBezTo>
                    <a:pt x="268" y="2415"/>
                    <a:pt x="733" y="1820"/>
                    <a:pt x="733" y="1820"/>
                  </a:cubicBezTo>
                  <a:lnTo>
                    <a:pt x="733" y="1820"/>
                  </a:lnTo>
                  <a:cubicBezTo>
                    <a:pt x="733" y="1820"/>
                    <a:pt x="220" y="2684"/>
                    <a:pt x="264" y="2933"/>
                  </a:cubicBezTo>
                  <a:cubicBezTo>
                    <a:pt x="271" y="2956"/>
                    <a:pt x="287" y="2966"/>
                    <a:pt x="309" y="2966"/>
                  </a:cubicBezTo>
                  <a:cubicBezTo>
                    <a:pt x="514" y="2966"/>
                    <a:pt x="1289" y="2084"/>
                    <a:pt x="1289" y="2084"/>
                  </a:cubicBezTo>
                  <a:lnTo>
                    <a:pt x="1289" y="2084"/>
                  </a:lnTo>
                  <a:cubicBezTo>
                    <a:pt x="1289" y="2084"/>
                    <a:pt x="411" y="3211"/>
                    <a:pt x="660" y="3401"/>
                  </a:cubicBezTo>
                  <a:cubicBezTo>
                    <a:pt x="678" y="3417"/>
                    <a:pt x="702" y="3425"/>
                    <a:pt x="730" y="3425"/>
                  </a:cubicBezTo>
                  <a:cubicBezTo>
                    <a:pt x="1055" y="3425"/>
                    <a:pt x="1948" y="2421"/>
                    <a:pt x="1948" y="2420"/>
                  </a:cubicBezTo>
                  <a:lnTo>
                    <a:pt x="1948" y="2420"/>
                  </a:lnTo>
                  <a:cubicBezTo>
                    <a:pt x="1948" y="2421"/>
                    <a:pt x="967" y="3709"/>
                    <a:pt x="1187" y="3972"/>
                  </a:cubicBezTo>
                  <a:cubicBezTo>
                    <a:pt x="1201" y="3987"/>
                    <a:pt x="1219" y="3994"/>
                    <a:pt x="1241" y="3994"/>
                  </a:cubicBezTo>
                  <a:cubicBezTo>
                    <a:pt x="1568" y="3994"/>
                    <a:pt x="2724" y="2479"/>
                    <a:pt x="2724" y="2479"/>
                  </a:cubicBezTo>
                  <a:cubicBezTo>
                    <a:pt x="2737" y="3088"/>
                    <a:pt x="3102" y="3422"/>
                    <a:pt x="3272" y="3422"/>
                  </a:cubicBezTo>
                  <a:cubicBezTo>
                    <a:pt x="3286" y="3422"/>
                    <a:pt x="3298" y="3420"/>
                    <a:pt x="3309" y="3416"/>
                  </a:cubicBezTo>
                  <a:cubicBezTo>
                    <a:pt x="3456" y="3372"/>
                    <a:pt x="3265" y="1381"/>
                    <a:pt x="3265" y="1381"/>
                  </a:cubicBezTo>
                  <a:cubicBezTo>
                    <a:pt x="3265" y="1381"/>
                    <a:pt x="1515" y="1"/>
                    <a:pt x="912" y="1"/>
                  </a:cubicBezTo>
                  <a:close/>
                </a:path>
              </a:pathLst>
            </a:custGeom>
            <a:solidFill>
              <a:srgbClr val="CF886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5" name="Google Shape;1864;p58"/>
            <p:cNvSpPr/>
            <p:nvPr/>
          </p:nvSpPr>
          <p:spPr>
            <a:xfrm>
              <a:off x="1566360" y="1792440"/>
              <a:ext cx="119520" cy="550080"/>
            </a:xfrm>
            <a:custGeom>
              <a:avLst/>
              <a:gdLst>
                <a:gd name="textAreaLeft" fmla="*/ 0 w 119520"/>
                <a:gd name="textAreaRight" fmla="*/ 119880 w 119520"/>
                <a:gd name="textAreaTop" fmla="*/ 0 h 550080"/>
                <a:gd name="textAreaBottom" fmla="*/ 550440 h 550080"/>
              </a:gdLst>
              <a:ahLst/>
              <a:cxnLst/>
              <a:rect l="textAreaLeft" t="textAreaTop" r="textAreaRight" b="textAreaBottom"/>
              <a:pathLst>
                <a:path w="1465" h="6735">
                  <a:moveTo>
                    <a:pt x="1450" y="0"/>
                  </a:moveTo>
                  <a:cubicBezTo>
                    <a:pt x="1420" y="0"/>
                    <a:pt x="1303" y="366"/>
                    <a:pt x="1128" y="966"/>
                  </a:cubicBezTo>
                  <a:cubicBezTo>
                    <a:pt x="967" y="1552"/>
                    <a:pt x="762" y="2401"/>
                    <a:pt x="571" y="3338"/>
                  </a:cubicBezTo>
                  <a:cubicBezTo>
                    <a:pt x="381" y="4260"/>
                    <a:pt x="220" y="5109"/>
                    <a:pt x="132" y="5724"/>
                  </a:cubicBezTo>
                  <a:cubicBezTo>
                    <a:pt x="30" y="6354"/>
                    <a:pt x="0" y="6734"/>
                    <a:pt x="15" y="6734"/>
                  </a:cubicBezTo>
                  <a:cubicBezTo>
                    <a:pt x="30" y="6734"/>
                    <a:pt x="118" y="6354"/>
                    <a:pt x="249" y="5754"/>
                  </a:cubicBezTo>
                  <a:cubicBezTo>
                    <a:pt x="381" y="5124"/>
                    <a:pt x="542" y="4290"/>
                    <a:pt x="747" y="3367"/>
                  </a:cubicBezTo>
                  <a:cubicBezTo>
                    <a:pt x="952" y="2460"/>
                    <a:pt x="1128" y="1611"/>
                    <a:pt x="1259" y="996"/>
                  </a:cubicBezTo>
                  <a:cubicBezTo>
                    <a:pt x="1391" y="381"/>
                    <a:pt x="1464" y="0"/>
                    <a:pt x="1450"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6" name="Google Shape;1865;p58"/>
            <p:cNvSpPr/>
            <p:nvPr/>
          </p:nvSpPr>
          <p:spPr>
            <a:xfrm>
              <a:off x="1267200" y="2722680"/>
              <a:ext cx="246240" cy="93960"/>
            </a:xfrm>
            <a:custGeom>
              <a:avLst/>
              <a:gdLst>
                <a:gd name="textAreaLeft" fmla="*/ 0 w 246240"/>
                <a:gd name="textAreaRight" fmla="*/ 246600 w 246240"/>
                <a:gd name="textAreaTop" fmla="*/ 0 h 93960"/>
                <a:gd name="textAreaBottom" fmla="*/ 94320 h 93960"/>
              </a:gdLst>
              <a:ahLst/>
              <a:cxnLst/>
              <a:rect l="textAreaLeft" t="textAreaTop" r="textAreaRight" b="textAreaBottom"/>
              <a:pathLst>
                <a:path w="3017" h="1154">
                  <a:moveTo>
                    <a:pt x="100" y="0"/>
                  </a:moveTo>
                  <a:cubicBezTo>
                    <a:pt x="36" y="0"/>
                    <a:pt x="1" y="8"/>
                    <a:pt x="1" y="20"/>
                  </a:cubicBezTo>
                  <a:cubicBezTo>
                    <a:pt x="1" y="64"/>
                    <a:pt x="689" y="196"/>
                    <a:pt x="1523" y="518"/>
                  </a:cubicBezTo>
                  <a:cubicBezTo>
                    <a:pt x="2286" y="804"/>
                    <a:pt x="2859" y="1154"/>
                    <a:pt x="2970" y="1154"/>
                  </a:cubicBezTo>
                  <a:cubicBezTo>
                    <a:pt x="2978" y="1154"/>
                    <a:pt x="2984" y="1152"/>
                    <a:pt x="2987" y="1148"/>
                  </a:cubicBezTo>
                  <a:cubicBezTo>
                    <a:pt x="3016" y="1118"/>
                    <a:pt x="2431" y="665"/>
                    <a:pt x="1596" y="342"/>
                  </a:cubicBezTo>
                  <a:cubicBezTo>
                    <a:pt x="922" y="91"/>
                    <a:pt x="329" y="0"/>
                    <a:pt x="100"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7" name="Google Shape;1866;p58"/>
            <p:cNvSpPr/>
            <p:nvPr/>
          </p:nvSpPr>
          <p:spPr>
            <a:xfrm>
              <a:off x="1287720" y="2782800"/>
              <a:ext cx="50040" cy="42120"/>
            </a:xfrm>
            <a:custGeom>
              <a:avLst/>
              <a:gdLst>
                <a:gd name="textAreaLeft" fmla="*/ 0 w 50040"/>
                <a:gd name="textAreaRight" fmla="*/ 50400 w 50040"/>
                <a:gd name="textAreaTop" fmla="*/ 0 h 42120"/>
                <a:gd name="textAreaBottom" fmla="*/ 42480 h 42120"/>
              </a:gdLst>
              <a:ahLst/>
              <a:cxnLst/>
              <a:rect l="textAreaLeft" t="textAreaTop" r="textAreaRight" b="textAreaBottom"/>
              <a:pathLst>
                <a:path w="616" h="518">
                  <a:moveTo>
                    <a:pt x="259" y="98"/>
                  </a:moveTo>
                  <a:cubicBezTo>
                    <a:pt x="293" y="98"/>
                    <a:pt x="315" y="114"/>
                    <a:pt x="337" y="147"/>
                  </a:cubicBezTo>
                  <a:cubicBezTo>
                    <a:pt x="352" y="176"/>
                    <a:pt x="352" y="250"/>
                    <a:pt x="337" y="264"/>
                  </a:cubicBezTo>
                  <a:cubicBezTo>
                    <a:pt x="317" y="291"/>
                    <a:pt x="284" y="303"/>
                    <a:pt x="253" y="303"/>
                  </a:cubicBezTo>
                  <a:cubicBezTo>
                    <a:pt x="217" y="303"/>
                    <a:pt x="184" y="288"/>
                    <a:pt x="176" y="264"/>
                  </a:cubicBezTo>
                  <a:cubicBezTo>
                    <a:pt x="157" y="258"/>
                    <a:pt x="146" y="240"/>
                    <a:pt x="141" y="220"/>
                  </a:cubicBezTo>
                  <a:lnTo>
                    <a:pt x="141" y="220"/>
                  </a:lnTo>
                  <a:cubicBezTo>
                    <a:pt x="180" y="212"/>
                    <a:pt x="206" y="158"/>
                    <a:pt x="220" y="103"/>
                  </a:cubicBezTo>
                  <a:cubicBezTo>
                    <a:pt x="235" y="100"/>
                    <a:pt x="248" y="98"/>
                    <a:pt x="259" y="98"/>
                  </a:cubicBezTo>
                  <a:close/>
                  <a:moveTo>
                    <a:pt x="352" y="1"/>
                  </a:moveTo>
                  <a:cubicBezTo>
                    <a:pt x="293" y="1"/>
                    <a:pt x="264" y="1"/>
                    <a:pt x="220" y="15"/>
                  </a:cubicBezTo>
                  <a:cubicBezTo>
                    <a:pt x="204" y="26"/>
                    <a:pt x="189" y="40"/>
                    <a:pt x="175" y="56"/>
                  </a:cubicBezTo>
                  <a:lnTo>
                    <a:pt x="175" y="56"/>
                  </a:lnTo>
                  <a:cubicBezTo>
                    <a:pt x="167" y="51"/>
                    <a:pt x="159" y="48"/>
                    <a:pt x="149" y="48"/>
                  </a:cubicBezTo>
                  <a:cubicBezTo>
                    <a:pt x="129" y="48"/>
                    <a:pt x="103" y="59"/>
                    <a:pt x="74" y="89"/>
                  </a:cubicBezTo>
                  <a:cubicBezTo>
                    <a:pt x="59" y="103"/>
                    <a:pt x="44" y="147"/>
                    <a:pt x="30" y="191"/>
                  </a:cubicBezTo>
                  <a:cubicBezTo>
                    <a:pt x="0" y="250"/>
                    <a:pt x="30" y="323"/>
                    <a:pt x="59" y="381"/>
                  </a:cubicBezTo>
                  <a:cubicBezTo>
                    <a:pt x="103" y="455"/>
                    <a:pt x="191" y="484"/>
                    <a:pt x="264" y="513"/>
                  </a:cubicBezTo>
                  <a:cubicBezTo>
                    <a:pt x="282" y="516"/>
                    <a:pt x="300" y="518"/>
                    <a:pt x="318" y="518"/>
                  </a:cubicBezTo>
                  <a:cubicBezTo>
                    <a:pt x="388" y="518"/>
                    <a:pt x="455" y="492"/>
                    <a:pt x="513" y="411"/>
                  </a:cubicBezTo>
                  <a:cubicBezTo>
                    <a:pt x="615" y="294"/>
                    <a:pt x="571" y="162"/>
                    <a:pt x="498" y="74"/>
                  </a:cubicBezTo>
                  <a:cubicBezTo>
                    <a:pt x="469" y="30"/>
                    <a:pt x="410" y="1"/>
                    <a:pt x="352" y="1"/>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8" name="Google Shape;1867;p58"/>
            <p:cNvSpPr/>
            <p:nvPr/>
          </p:nvSpPr>
          <p:spPr>
            <a:xfrm>
              <a:off x="1600920" y="1463040"/>
              <a:ext cx="150480" cy="273960"/>
            </a:xfrm>
            <a:custGeom>
              <a:avLst/>
              <a:gdLst>
                <a:gd name="textAreaLeft" fmla="*/ 0 w 150480"/>
                <a:gd name="textAreaRight" fmla="*/ 150840 w 150480"/>
                <a:gd name="textAreaTop" fmla="*/ 0 h 273960"/>
                <a:gd name="textAreaBottom" fmla="*/ 274320 h 273960"/>
              </a:gdLst>
              <a:ahLst/>
              <a:cxnLst/>
              <a:rect l="textAreaLeft" t="textAreaTop" r="textAreaRight" b="textAreaBottom"/>
              <a:pathLst>
                <a:path w="1845" h="3355">
                  <a:moveTo>
                    <a:pt x="561" y="0"/>
                  </a:moveTo>
                  <a:cubicBezTo>
                    <a:pt x="376" y="0"/>
                    <a:pt x="238" y="51"/>
                    <a:pt x="146" y="90"/>
                  </a:cubicBezTo>
                  <a:cubicBezTo>
                    <a:pt x="88" y="134"/>
                    <a:pt x="44" y="149"/>
                    <a:pt x="29" y="163"/>
                  </a:cubicBezTo>
                  <a:lnTo>
                    <a:pt x="0" y="207"/>
                  </a:lnTo>
                  <a:cubicBezTo>
                    <a:pt x="0" y="209"/>
                    <a:pt x="1" y="210"/>
                    <a:pt x="2" y="210"/>
                  </a:cubicBezTo>
                  <a:cubicBezTo>
                    <a:pt x="11" y="210"/>
                    <a:pt x="58" y="160"/>
                    <a:pt x="176" y="134"/>
                  </a:cubicBezTo>
                  <a:cubicBezTo>
                    <a:pt x="272" y="98"/>
                    <a:pt x="398" y="72"/>
                    <a:pt x="554" y="72"/>
                  </a:cubicBezTo>
                  <a:cubicBezTo>
                    <a:pt x="588" y="72"/>
                    <a:pt x="622" y="73"/>
                    <a:pt x="659" y="76"/>
                  </a:cubicBezTo>
                  <a:cubicBezTo>
                    <a:pt x="849" y="90"/>
                    <a:pt x="1098" y="193"/>
                    <a:pt x="1288" y="368"/>
                  </a:cubicBezTo>
                  <a:cubicBezTo>
                    <a:pt x="1493" y="559"/>
                    <a:pt x="1640" y="822"/>
                    <a:pt x="1698" y="1144"/>
                  </a:cubicBezTo>
                  <a:cubicBezTo>
                    <a:pt x="1757" y="1452"/>
                    <a:pt x="1727" y="1744"/>
                    <a:pt x="1684" y="2023"/>
                  </a:cubicBezTo>
                  <a:cubicBezTo>
                    <a:pt x="1625" y="2271"/>
                    <a:pt x="1523" y="2506"/>
                    <a:pt x="1464" y="2711"/>
                  </a:cubicBezTo>
                  <a:cubicBezTo>
                    <a:pt x="1288" y="3121"/>
                    <a:pt x="1186" y="3355"/>
                    <a:pt x="1200" y="3355"/>
                  </a:cubicBezTo>
                  <a:cubicBezTo>
                    <a:pt x="1200" y="3355"/>
                    <a:pt x="1244" y="3296"/>
                    <a:pt x="1288" y="3194"/>
                  </a:cubicBezTo>
                  <a:cubicBezTo>
                    <a:pt x="1347" y="3077"/>
                    <a:pt x="1420" y="2930"/>
                    <a:pt x="1508" y="2725"/>
                  </a:cubicBezTo>
                  <a:cubicBezTo>
                    <a:pt x="1610" y="2535"/>
                    <a:pt x="1698" y="2286"/>
                    <a:pt x="1757" y="2023"/>
                  </a:cubicBezTo>
                  <a:cubicBezTo>
                    <a:pt x="1830" y="1744"/>
                    <a:pt x="1845" y="1422"/>
                    <a:pt x="1771" y="1100"/>
                  </a:cubicBezTo>
                  <a:cubicBezTo>
                    <a:pt x="1713" y="793"/>
                    <a:pt x="1552" y="500"/>
                    <a:pt x="1332" y="295"/>
                  </a:cubicBezTo>
                  <a:cubicBezTo>
                    <a:pt x="1113" y="105"/>
                    <a:pt x="849" y="17"/>
                    <a:pt x="630" y="2"/>
                  </a:cubicBezTo>
                  <a:cubicBezTo>
                    <a:pt x="606" y="1"/>
                    <a:pt x="583" y="0"/>
                    <a:pt x="561"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9" name="Google Shape;1868;p58"/>
            <p:cNvSpPr/>
            <p:nvPr/>
          </p:nvSpPr>
          <p:spPr>
            <a:xfrm>
              <a:off x="847440" y="3456360"/>
              <a:ext cx="264240" cy="271440"/>
            </a:xfrm>
            <a:custGeom>
              <a:avLst/>
              <a:gdLst>
                <a:gd name="textAreaLeft" fmla="*/ 0 w 264240"/>
                <a:gd name="textAreaRight" fmla="*/ 264600 w 264240"/>
                <a:gd name="textAreaTop" fmla="*/ 0 h 271440"/>
                <a:gd name="textAreaBottom" fmla="*/ 271800 h 271440"/>
              </a:gdLst>
              <a:ahLst/>
              <a:cxnLst/>
              <a:rect l="textAreaLeft" t="textAreaTop" r="textAreaRight" b="textAreaBottom"/>
              <a:pathLst>
                <a:path w="3236" h="3326">
                  <a:moveTo>
                    <a:pt x="3189" y="1"/>
                  </a:moveTo>
                  <a:cubicBezTo>
                    <a:pt x="3133" y="1"/>
                    <a:pt x="2413" y="708"/>
                    <a:pt x="1552" y="1597"/>
                  </a:cubicBezTo>
                  <a:cubicBezTo>
                    <a:pt x="674" y="2520"/>
                    <a:pt x="0" y="3281"/>
                    <a:pt x="29" y="3325"/>
                  </a:cubicBezTo>
                  <a:cubicBezTo>
                    <a:pt x="30" y="3326"/>
                    <a:pt x="31" y="3326"/>
                    <a:pt x="33" y="3326"/>
                  </a:cubicBezTo>
                  <a:cubicBezTo>
                    <a:pt x="102" y="3326"/>
                    <a:pt x="823" y="2619"/>
                    <a:pt x="1684" y="1729"/>
                  </a:cubicBezTo>
                  <a:cubicBezTo>
                    <a:pt x="2562" y="807"/>
                    <a:pt x="3235" y="46"/>
                    <a:pt x="3192" y="2"/>
                  </a:cubicBezTo>
                  <a:cubicBezTo>
                    <a:pt x="3191" y="1"/>
                    <a:pt x="3190" y="1"/>
                    <a:pt x="3189" y="1"/>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0" name="Google Shape;1869;p58"/>
            <p:cNvSpPr/>
            <p:nvPr/>
          </p:nvSpPr>
          <p:spPr>
            <a:xfrm>
              <a:off x="1453680" y="3483720"/>
              <a:ext cx="252000" cy="210600"/>
            </a:xfrm>
            <a:custGeom>
              <a:avLst/>
              <a:gdLst>
                <a:gd name="textAreaLeft" fmla="*/ 0 w 252000"/>
                <a:gd name="textAreaRight" fmla="*/ 252360 w 252000"/>
                <a:gd name="textAreaTop" fmla="*/ 0 h 210600"/>
                <a:gd name="textAreaBottom" fmla="*/ 210960 h 210600"/>
              </a:gdLst>
              <a:ahLst/>
              <a:cxnLst/>
              <a:rect l="textAreaLeft" t="textAreaTop" r="textAreaRight" b="textAreaBottom"/>
              <a:pathLst>
                <a:path w="3090" h="2582">
                  <a:moveTo>
                    <a:pt x="64" y="0"/>
                  </a:moveTo>
                  <a:cubicBezTo>
                    <a:pt x="62" y="0"/>
                    <a:pt x="60" y="1"/>
                    <a:pt x="59" y="2"/>
                  </a:cubicBezTo>
                  <a:cubicBezTo>
                    <a:pt x="0" y="32"/>
                    <a:pt x="615" y="676"/>
                    <a:pt x="1479" y="1379"/>
                  </a:cubicBezTo>
                  <a:cubicBezTo>
                    <a:pt x="2297" y="2041"/>
                    <a:pt x="2965" y="2581"/>
                    <a:pt x="3052" y="2581"/>
                  </a:cubicBezTo>
                  <a:cubicBezTo>
                    <a:pt x="3056" y="2581"/>
                    <a:pt x="3058" y="2581"/>
                    <a:pt x="3060" y="2579"/>
                  </a:cubicBezTo>
                  <a:cubicBezTo>
                    <a:pt x="3089" y="2520"/>
                    <a:pt x="2460" y="1920"/>
                    <a:pt x="1611" y="1232"/>
                  </a:cubicBezTo>
                  <a:cubicBezTo>
                    <a:pt x="792" y="569"/>
                    <a:pt x="136" y="0"/>
                    <a:pt x="64"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1" name="Google Shape;1870;p58"/>
            <p:cNvSpPr/>
            <p:nvPr/>
          </p:nvSpPr>
          <p:spPr>
            <a:xfrm>
              <a:off x="866520" y="3241080"/>
              <a:ext cx="811800" cy="379440"/>
            </a:xfrm>
            <a:custGeom>
              <a:avLst/>
              <a:gdLst>
                <a:gd name="textAreaLeft" fmla="*/ 0 w 811800"/>
                <a:gd name="textAreaRight" fmla="*/ 812160 w 811800"/>
                <a:gd name="textAreaTop" fmla="*/ 0 h 379440"/>
                <a:gd name="textAreaBottom" fmla="*/ 379800 h 379440"/>
              </a:gdLst>
              <a:ahLst/>
              <a:cxnLst/>
              <a:rect l="textAreaLeft" t="textAreaTop" r="textAreaRight" b="textAreaBottom"/>
              <a:pathLst>
                <a:path w="9941" h="4646">
                  <a:moveTo>
                    <a:pt x="1" y="1"/>
                  </a:moveTo>
                  <a:cubicBezTo>
                    <a:pt x="1" y="1"/>
                    <a:pt x="0" y="1"/>
                    <a:pt x="0" y="2"/>
                  </a:cubicBezTo>
                  <a:cubicBezTo>
                    <a:pt x="0" y="31"/>
                    <a:pt x="117" y="148"/>
                    <a:pt x="366" y="397"/>
                  </a:cubicBezTo>
                  <a:cubicBezTo>
                    <a:pt x="601" y="631"/>
                    <a:pt x="967" y="953"/>
                    <a:pt x="1406" y="1378"/>
                  </a:cubicBezTo>
                  <a:cubicBezTo>
                    <a:pt x="1845" y="1788"/>
                    <a:pt x="2372" y="2271"/>
                    <a:pt x="2958" y="2827"/>
                  </a:cubicBezTo>
                  <a:cubicBezTo>
                    <a:pt x="3280" y="3105"/>
                    <a:pt x="3558" y="3398"/>
                    <a:pt x="3894" y="3691"/>
                  </a:cubicBezTo>
                  <a:cubicBezTo>
                    <a:pt x="4056" y="3837"/>
                    <a:pt x="4231" y="3998"/>
                    <a:pt x="4392" y="4145"/>
                  </a:cubicBezTo>
                  <a:cubicBezTo>
                    <a:pt x="4568" y="4291"/>
                    <a:pt x="4744" y="4452"/>
                    <a:pt x="4978" y="4569"/>
                  </a:cubicBezTo>
                  <a:cubicBezTo>
                    <a:pt x="5092" y="4607"/>
                    <a:pt x="5195" y="4645"/>
                    <a:pt x="5306" y="4645"/>
                  </a:cubicBezTo>
                  <a:cubicBezTo>
                    <a:pt x="5323" y="4645"/>
                    <a:pt x="5341" y="4644"/>
                    <a:pt x="5358" y="4642"/>
                  </a:cubicBezTo>
                  <a:cubicBezTo>
                    <a:pt x="5505" y="4642"/>
                    <a:pt x="5637" y="4584"/>
                    <a:pt x="5724" y="4511"/>
                  </a:cubicBezTo>
                  <a:cubicBezTo>
                    <a:pt x="5929" y="4364"/>
                    <a:pt x="6076" y="4203"/>
                    <a:pt x="6237" y="4057"/>
                  </a:cubicBezTo>
                  <a:cubicBezTo>
                    <a:pt x="6559" y="3735"/>
                    <a:pt x="6852" y="3442"/>
                    <a:pt x="7159" y="3178"/>
                  </a:cubicBezTo>
                  <a:cubicBezTo>
                    <a:pt x="7715" y="2608"/>
                    <a:pt x="8213" y="2080"/>
                    <a:pt x="8638" y="1641"/>
                  </a:cubicBezTo>
                  <a:cubicBezTo>
                    <a:pt x="9033" y="1173"/>
                    <a:pt x="9370" y="807"/>
                    <a:pt x="9589" y="558"/>
                  </a:cubicBezTo>
                  <a:cubicBezTo>
                    <a:pt x="9809" y="294"/>
                    <a:pt x="9941" y="133"/>
                    <a:pt x="9911" y="133"/>
                  </a:cubicBezTo>
                  <a:lnTo>
                    <a:pt x="9911" y="133"/>
                  </a:lnTo>
                  <a:cubicBezTo>
                    <a:pt x="9911" y="133"/>
                    <a:pt x="9765" y="265"/>
                    <a:pt x="9531" y="514"/>
                  </a:cubicBezTo>
                  <a:cubicBezTo>
                    <a:pt x="9282" y="763"/>
                    <a:pt x="8945" y="1100"/>
                    <a:pt x="8521" y="1539"/>
                  </a:cubicBezTo>
                  <a:cubicBezTo>
                    <a:pt x="8111" y="1978"/>
                    <a:pt x="7598" y="2490"/>
                    <a:pt x="7027" y="3047"/>
                  </a:cubicBezTo>
                  <a:cubicBezTo>
                    <a:pt x="6735" y="3325"/>
                    <a:pt x="6427" y="3618"/>
                    <a:pt x="6105" y="3910"/>
                  </a:cubicBezTo>
                  <a:cubicBezTo>
                    <a:pt x="5944" y="4028"/>
                    <a:pt x="5783" y="4218"/>
                    <a:pt x="5622" y="4320"/>
                  </a:cubicBezTo>
                  <a:cubicBezTo>
                    <a:pt x="5519" y="4397"/>
                    <a:pt x="5412" y="4434"/>
                    <a:pt x="5299" y="4434"/>
                  </a:cubicBezTo>
                  <a:cubicBezTo>
                    <a:pt x="5219" y="4434"/>
                    <a:pt x="5136" y="4415"/>
                    <a:pt x="5051" y="4379"/>
                  </a:cubicBezTo>
                  <a:cubicBezTo>
                    <a:pt x="4846" y="4291"/>
                    <a:pt x="4685" y="4145"/>
                    <a:pt x="4524" y="3998"/>
                  </a:cubicBezTo>
                  <a:lnTo>
                    <a:pt x="4026" y="3559"/>
                  </a:lnTo>
                  <a:cubicBezTo>
                    <a:pt x="3690" y="3266"/>
                    <a:pt x="3382" y="2988"/>
                    <a:pt x="3089" y="2710"/>
                  </a:cubicBezTo>
                  <a:cubicBezTo>
                    <a:pt x="2489" y="2183"/>
                    <a:pt x="1947" y="1685"/>
                    <a:pt x="1494" y="1290"/>
                  </a:cubicBezTo>
                  <a:cubicBezTo>
                    <a:pt x="1040" y="880"/>
                    <a:pt x="674" y="558"/>
                    <a:pt x="425" y="338"/>
                  </a:cubicBezTo>
                  <a:cubicBezTo>
                    <a:pt x="161" y="130"/>
                    <a:pt x="15" y="1"/>
                    <a:pt x="1" y="1"/>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2" name="Google Shape;1871;p58"/>
            <p:cNvSpPr/>
            <p:nvPr/>
          </p:nvSpPr>
          <p:spPr>
            <a:xfrm>
              <a:off x="1280520" y="3551040"/>
              <a:ext cx="41400" cy="107640"/>
            </a:xfrm>
            <a:custGeom>
              <a:avLst/>
              <a:gdLst>
                <a:gd name="textAreaLeft" fmla="*/ 0 w 41400"/>
                <a:gd name="textAreaRight" fmla="*/ 41760 w 41400"/>
                <a:gd name="textAreaTop" fmla="*/ 0 h 107640"/>
                <a:gd name="textAreaBottom" fmla="*/ 108000 h 107640"/>
              </a:gdLst>
              <a:ahLst/>
              <a:cxnLst/>
              <a:rect l="textAreaLeft" t="textAreaTop" r="textAreaRight" b="textAreaBottom"/>
              <a:pathLst>
                <a:path w="513" h="1321">
                  <a:moveTo>
                    <a:pt x="255" y="1"/>
                  </a:moveTo>
                  <a:cubicBezTo>
                    <a:pt x="126" y="1"/>
                    <a:pt x="1" y="303"/>
                    <a:pt x="15" y="675"/>
                  </a:cubicBezTo>
                  <a:cubicBezTo>
                    <a:pt x="57" y="1038"/>
                    <a:pt x="206" y="1321"/>
                    <a:pt x="334" y="1321"/>
                  </a:cubicBezTo>
                  <a:cubicBezTo>
                    <a:pt x="340" y="1321"/>
                    <a:pt x="346" y="1320"/>
                    <a:pt x="352" y="1319"/>
                  </a:cubicBezTo>
                  <a:cubicBezTo>
                    <a:pt x="469" y="1290"/>
                    <a:pt x="513" y="997"/>
                    <a:pt x="498" y="645"/>
                  </a:cubicBezTo>
                  <a:cubicBezTo>
                    <a:pt x="484" y="294"/>
                    <a:pt x="381" y="1"/>
                    <a:pt x="264" y="1"/>
                  </a:cubicBezTo>
                  <a:cubicBezTo>
                    <a:pt x="261" y="1"/>
                    <a:pt x="258" y="1"/>
                    <a:pt x="25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54000" bIns="54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3" name="Google Shape;1872;p58"/>
            <p:cNvSpPr/>
            <p:nvPr/>
          </p:nvSpPr>
          <p:spPr>
            <a:xfrm>
              <a:off x="808920" y="3805920"/>
              <a:ext cx="894600" cy="113400"/>
            </a:xfrm>
            <a:custGeom>
              <a:avLst/>
              <a:gdLst>
                <a:gd name="textAreaLeft" fmla="*/ 0 w 894600"/>
                <a:gd name="textAreaRight" fmla="*/ 894960 w 894600"/>
                <a:gd name="textAreaTop" fmla="*/ 0 h 113400"/>
                <a:gd name="textAreaBottom" fmla="*/ 113760 h 113400"/>
              </a:gdLst>
              <a:ahLst/>
              <a:cxnLst/>
              <a:rect l="textAreaLeft" t="textAreaTop" r="textAreaRight" b="textAreaBottom"/>
              <a:pathLst>
                <a:path w="10951" h="1394">
                  <a:moveTo>
                    <a:pt x="4957" y="0"/>
                  </a:moveTo>
                  <a:cubicBezTo>
                    <a:pt x="4383" y="0"/>
                    <a:pt x="3837" y="47"/>
                    <a:pt x="3324" y="103"/>
                  </a:cubicBezTo>
                  <a:cubicBezTo>
                    <a:pt x="2972" y="147"/>
                    <a:pt x="2665" y="176"/>
                    <a:pt x="2372" y="249"/>
                  </a:cubicBezTo>
                  <a:cubicBezTo>
                    <a:pt x="2226" y="293"/>
                    <a:pt x="2065" y="308"/>
                    <a:pt x="1948" y="337"/>
                  </a:cubicBezTo>
                  <a:cubicBezTo>
                    <a:pt x="1816" y="381"/>
                    <a:pt x="1684" y="396"/>
                    <a:pt x="1552" y="440"/>
                  </a:cubicBezTo>
                  <a:cubicBezTo>
                    <a:pt x="1304" y="513"/>
                    <a:pt x="1099" y="586"/>
                    <a:pt x="894" y="630"/>
                  </a:cubicBezTo>
                  <a:cubicBezTo>
                    <a:pt x="703" y="689"/>
                    <a:pt x="528" y="747"/>
                    <a:pt x="411" y="806"/>
                  </a:cubicBezTo>
                  <a:cubicBezTo>
                    <a:pt x="147" y="908"/>
                    <a:pt x="1" y="967"/>
                    <a:pt x="1" y="981"/>
                  </a:cubicBezTo>
                  <a:cubicBezTo>
                    <a:pt x="2" y="985"/>
                    <a:pt x="6" y="986"/>
                    <a:pt x="15" y="986"/>
                  </a:cubicBezTo>
                  <a:cubicBezTo>
                    <a:pt x="110" y="986"/>
                    <a:pt x="679" y="759"/>
                    <a:pt x="1596" y="557"/>
                  </a:cubicBezTo>
                  <a:cubicBezTo>
                    <a:pt x="1728" y="528"/>
                    <a:pt x="1860" y="513"/>
                    <a:pt x="1977" y="469"/>
                  </a:cubicBezTo>
                  <a:cubicBezTo>
                    <a:pt x="2109" y="454"/>
                    <a:pt x="2255" y="410"/>
                    <a:pt x="2402" y="396"/>
                  </a:cubicBezTo>
                  <a:cubicBezTo>
                    <a:pt x="2694" y="337"/>
                    <a:pt x="3002" y="308"/>
                    <a:pt x="3338" y="264"/>
                  </a:cubicBezTo>
                  <a:cubicBezTo>
                    <a:pt x="3909" y="226"/>
                    <a:pt x="4534" y="188"/>
                    <a:pt x="5186" y="188"/>
                  </a:cubicBezTo>
                  <a:cubicBezTo>
                    <a:pt x="5287" y="188"/>
                    <a:pt x="5388" y="189"/>
                    <a:pt x="5490" y="191"/>
                  </a:cubicBezTo>
                  <a:cubicBezTo>
                    <a:pt x="6266" y="235"/>
                    <a:pt x="6998" y="323"/>
                    <a:pt x="7657" y="440"/>
                  </a:cubicBezTo>
                  <a:cubicBezTo>
                    <a:pt x="7979" y="513"/>
                    <a:pt x="8287" y="557"/>
                    <a:pt x="8594" y="630"/>
                  </a:cubicBezTo>
                  <a:cubicBezTo>
                    <a:pt x="8726" y="674"/>
                    <a:pt x="8872" y="703"/>
                    <a:pt x="9004" y="747"/>
                  </a:cubicBezTo>
                  <a:lnTo>
                    <a:pt x="9385" y="850"/>
                  </a:lnTo>
                  <a:cubicBezTo>
                    <a:pt x="10318" y="1128"/>
                    <a:pt x="10866" y="1393"/>
                    <a:pt x="10943" y="1393"/>
                  </a:cubicBezTo>
                  <a:cubicBezTo>
                    <a:pt x="10947" y="1393"/>
                    <a:pt x="10950" y="1393"/>
                    <a:pt x="10951" y="1391"/>
                  </a:cubicBezTo>
                  <a:cubicBezTo>
                    <a:pt x="10951" y="1391"/>
                    <a:pt x="10805" y="1318"/>
                    <a:pt x="10541" y="1172"/>
                  </a:cubicBezTo>
                  <a:cubicBezTo>
                    <a:pt x="10409" y="1113"/>
                    <a:pt x="10248" y="1040"/>
                    <a:pt x="10073" y="967"/>
                  </a:cubicBezTo>
                  <a:cubicBezTo>
                    <a:pt x="9882" y="894"/>
                    <a:pt x="9663" y="806"/>
                    <a:pt x="9428" y="732"/>
                  </a:cubicBezTo>
                  <a:cubicBezTo>
                    <a:pt x="9297" y="689"/>
                    <a:pt x="9165" y="630"/>
                    <a:pt x="9048" y="601"/>
                  </a:cubicBezTo>
                  <a:cubicBezTo>
                    <a:pt x="8916" y="557"/>
                    <a:pt x="8770" y="528"/>
                    <a:pt x="8623" y="484"/>
                  </a:cubicBezTo>
                  <a:cubicBezTo>
                    <a:pt x="8331" y="396"/>
                    <a:pt x="8023" y="337"/>
                    <a:pt x="7686" y="264"/>
                  </a:cubicBezTo>
                  <a:cubicBezTo>
                    <a:pt x="7028" y="147"/>
                    <a:pt x="6296" y="44"/>
                    <a:pt x="5505" y="15"/>
                  </a:cubicBezTo>
                  <a:cubicBezTo>
                    <a:pt x="5320" y="5"/>
                    <a:pt x="5137" y="0"/>
                    <a:pt x="4957"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56880" bIns="56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4" name="Google Shape;1873;p58"/>
            <p:cNvSpPr/>
            <p:nvPr/>
          </p:nvSpPr>
          <p:spPr>
            <a:xfrm>
              <a:off x="1963440" y="1541160"/>
              <a:ext cx="27360" cy="900720"/>
            </a:xfrm>
            <a:custGeom>
              <a:avLst/>
              <a:gdLst>
                <a:gd name="textAreaLeft" fmla="*/ 0 w 27360"/>
                <a:gd name="textAreaRight" fmla="*/ 27720 w 27360"/>
                <a:gd name="textAreaTop" fmla="*/ 0 h 900720"/>
                <a:gd name="textAreaBottom" fmla="*/ 901080 h 900720"/>
              </a:gdLst>
              <a:ahLst/>
              <a:cxnLst/>
              <a:rect l="textAreaLeft" t="textAreaTop" r="textAreaRight" b="textAreaBottom"/>
              <a:pathLst>
                <a:path w="338" h="11025">
                  <a:moveTo>
                    <a:pt x="45" y="1"/>
                  </a:moveTo>
                  <a:lnTo>
                    <a:pt x="45" y="1"/>
                  </a:lnTo>
                  <a:cubicBezTo>
                    <a:pt x="1" y="1"/>
                    <a:pt x="59" y="2475"/>
                    <a:pt x="133" y="5505"/>
                  </a:cubicBezTo>
                  <a:cubicBezTo>
                    <a:pt x="206" y="8550"/>
                    <a:pt x="294" y="11024"/>
                    <a:pt x="323" y="11024"/>
                  </a:cubicBezTo>
                  <a:cubicBezTo>
                    <a:pt x="337" y="11024"/>
                    <a:pt x="294" y="8550"/>
                    <a:pt x="220" y="5505"/>
                  </a:cubicBezTo>
                  <a:cubicBezTo>
                    <a:pt x="147" y="2475"/>
                    <a:pt x="59" y="1"/>
                    <a:pt x="45" y="1"/>
                  </a:cubicBezTo>
                  <a:close/>
                </a:path>
              </a:pathLst>
            </a:custGeom>
            <a:solidFill>
              <a:srgbClr val="528C9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5" name="Google Shape;1874;p58"/>
            <p:cNvSpPr/>
            <p:nvPr/>
          </p:nvSpPr>
          <p:spPr>
            <a:xfrm>
              <a:off x="1287720" y="1426320"/>
              <a:ext cx="1483200" cy="1376640"/>
            </a:xfrm>
            <a:custGeom>
              <a:avLst/>
              <a:gdLst>
                <a:gd name="textAreaLeft" fmla="*/ 0 w 1483200"/>
                <a:gd name="textAreaRight" fmla="*/ 1483560 w 1483200"/>
                <a:gd name="textAreaTop" fmla="*/ 0 h 1376640"/>
                <a:gd name="textAreaBottom" fmla="*/ 1377000 h 1376640"/>
              </a:gdLst>
              <a:ahLst/>
              <a:cxnLst/>
              <a:rect l="textAreaLeft" t="textAreaTop" r="textAreaRight" b="textAreaBottom"/>
              <a:pathLst>
                <a:path w="18154" h="16851">
                  <a:moveTo>
                    <a:pt x="3397" y="2270"/>
                  </a:moveTo>
                  <a:cubicBezTo>
                    <a:pt x="3851" y="2284"/>
                    <a:pt x="4744" y="2284"/>
                    <a:pt x="5856" y="2284"/>
                  </a:cubicBezTo>
                  <a:lnTo>
                    <a:pt x="5856" y="4495"/>
                  </a:lnTo>
                  <a:cubicBezTo>
                    <a:pt x="4714" y="4495"/>
                    <a:pt x="3734" y="4509"/>
                    <a:pt x="3119" y="4509"/>
                  </a:cubicBezTo>
                  <a:cubicBezTo>
                    <a:pt x="3133" y="4100"/>
                    <a:pt x="3192" y="3690"/>
                    <a:pt x="3250" y="3324"/>
                  </a:cubicBezTo>
                  <a:cubicBezTo>
                    <a:pt x="3294" y="2928"/>
                    <a:pt x="3338" y="2577"/>
                    <a:pt x="3397" y="2270"/>
                  </a:cubicBezTo>
                  <a:close/>
                  <a:moveTo>
                    <a:pt x="9999" y="2299"/>
                  </a:moveTo>
                  <a:cubicBezTo>
                    <a:pt x="10029" y="2943"/>
                    <a:pt x="10072" y="3690"/>
                    <a:pt x="10131" y="4524"/>
                  </a:cubicBezTo>
                  <a:lnTo>
                    <a:pt x="5929" y="4524"/>
                  </a:lnTo>
                  <a:cubicBezTo>
                    <a:pt x="5929" y="3690"/>
                    <a:pt x="5929" y="2943"/>
                    <a:pt x="5915" y="2299"/>
                  </a:cubicBezTo>
                  <a:close/>
                  <a:moveTo>
                    <a:pt x="12356" y="2270"/>
                  </a:moveTo>
                  <a:cubicBezTo>
                    <a:pt x="12371" y="2401"/>
                    <a:pt x="12400" y="2548"/>
                    <a:pt x="12415" y="2694"/>
                  </a:cubicBezTo>
                  <a:cubicBezTo>
                    <a:pt x="12488" y="3207"/>
                    <a:pt x="12561" y="3821"/>
                    <a:pt x="12649" y="4524"/>
                  </a:cubicBezTo>
                  <a:cubicBezTo>
                    <a:pt x="12122" y="4524"/>
                    <a:pt x="11258" y="4495"/>
                    <a:pt x="10219" y="4495"/>
                  </a:cubicBezTo>
                  <a:cubicBezTo>
                    <a:pt x="10160" y="3675"/>
                    <a:pt x="10116" y="2928"/>
                    <a:pt x="10072" y="2284"/>
                  </a:cubicBezTo>
                  <a:cubicBezTo>
                    <a:pt x="11053" y="2284"/>
                    <a:pt x="11858" y="2284"/>
                    <a:pt x="12356" y="2270"/>
                  </a:cubicBezTo>
                  <a:close/>
                  <a:moveTo>
                    <a:pt x="10146" y="4597"/>
                  </a:moveTo>
                  <a:cubicBezTo>
                    <a:pt x="10146" y="5066"/>
                    <a:pt x="10175" y="5549"/>
                    <a:pt x="10219" y="6061"/>
                  </a:cubicBezTo>
                  <a:cubicBezTo>
                    <a:pt x="10233" y="6354"/>
                    <a:pt x="10248" y="6647"/>
                    <a:pt x="10263" y="6910"/>
                  </a:cubicBezTo>
                  <a:lnTo>
                    <a:pt x="5915" y="6910"/>
                  </a:lnTo>
                  <a:cubicBezTo>
                    <a:pt x="5915" y="6603"/>
                    <a:pt x="5929" y="6310"/>
                    <a:pt x="5929" y="5988"/>
                  </a:cubicBezTo>
                  <a:cubicBezTo>
                    <a:pt x="5929" y="5505"/>
                    <a:pt x="5959" y="5051"/>
                    <a:pt x="5959" y="4597"/>
                  </a:cubicBezTo>
                  <a:close/>
                  <a:moveTo>
                    <a:pt x="3075" y="4568"/>
                  </a:moveTo>
                  <a:cubicBezTo>
                    <a:pt x="3719" y="4568"/>
                    <a:pt x="4685" y="4583"/>
                    <a:pt x="5842" y="4583"/>
                  </a:cubicBezTo>
                  <a:cubicBezTo>
                    <a:pt x="5842" y="5037"/>
                    <a:pt x="5842" y="5505"/>
                    <a:pt x="5827" y="5973"/>
                  </a:cubicBezTo>
                  <a:cubicBezTo>
                    <a:pt x="5827" y="6296"/>
                    <a:pt x="5798" y="6603"/>
                    <a:pt x="5798" y="6910"/>
                  </a:cubicBezTo>
                  <a:cubicBezTo>
                    <a:pt x="4612" y="6910"/>
                    <a:pt x="3572" y="6910"/>
                    <a:pt x="2797" y="6925"/>
                  </a:cubicBezTo>
                  <a:cubicBezTo>
                    <a:pt x="2899" y="6076"/>
                    <a:pt x="2987" y="5285"/>
                    <a:pt x="3075" y="4568"/>
                  </a:cubicBezTo>
                  <a:close/>
                  <a:moveTo>
                    <a:pt x="12634" y="4568"/>
                  </a:moveTo>
                  <a:cubicBezTo>
                    <a:pt x="12708" y="5154"/>
                    <a:pt x="12795" y="5783"/>
                    <a:pt x="12869" y="6442"/>
                  </a:cubicBezTo>
                  <a:cubicBezTo>
                    <a:pt x="12883" y="6603"/>
                    <a:pt x="12927" y="6764"/>
                    <a:pt x="12942" y="6954"/>
                  </a:cubicBezTo>
                  <a:cubicBezTo>
                    <a:pt x="12444" y="6910"/>
                    <a:pt x="11522" y="6910"/>
                    <a:pt x="10351" y="6910"/>
                  </a:cubicBezTo>
                  <a:cubicBezTo>
                    <a:pt x="10321" y="6647"/>
                    <a:pt x="10307" y="6354"/>
                    <a:pt x="10292" y="6061"/>
                  </a:cubicBezTo>
                  <a:cubicBezTo>
                    <a:pt x="10248" y="5564"/>
                    <a:pt x="10233" y="5066"/>
                    <a:pt x="10204" y="4597"/>
                  </a:cubicBezTo>
                  <a:cubicBezTo>
                    <a:pt x="11258" y="4597"/>
                    <a:pt x="12122" y="4568"/>
                    <a:pt x="12634" y="4568"/>
                  </a:cubicBezTo>
                  <a:close/>
                  <a:moveTo>
                    <a:pt x="2782" y="6969"/>
                  </a:moveTo>
                  <a:cubicBezTo>
                    <a:pt x="3558" y="6969"/>
                    <a:pt x="4597" y="6984"/>
                    <a:pt x="5783" y="6984"/>
                  </a:cubicBezTo>
                  <a:cubicBezTo>
                    <a:pt x="5768" y="7847"/>
                    <a:pt x="5754" y="8652"/>
                    <a:pt x="5739" y="9326"/>
                  </a:cubicBezTo>
                  <a:cubicBezTo>
                    <a:pt x="4524" y="9355"/>
                    <a:pt x="3426" y="9355"/>
                    <a:pt x="2548" y="9355"/>
                  </a:cubicBezTo>
                  <a:cubicBezTo>
                    <a:pt x="2562" y="9209"/>
                    <a:pt x="2592" y="9062"/>
                    <a:pt x="2592" y="8916"/>
                  </a:cubicBezTo>
                  <a:cubicBezTo>
                    <a:pt x="2665" y="8228"/>
                    <a:pt x="2709" y="7598"/>
                    <a:pt x="2782" y="6969"/>
                  </a:cubicBezTo>
                  <a:close/>
                  <a:moveTo>
                    <a:pt x="10263" y="7013"/>
                  </a:moveTo>
                  <a:cubicBezTo>
                    <a:pt x="10321" y="7847"/>
                    <a:pt x="10365" y="8652"/>
                    <a:pt x="10424" y="9370"/>
                  </a:cubicBezTo>
                  <a:lnTo>
                    <a:pt x="10190" y="9370"/>
                  </a:lnTo>
                  <a:cubicBezTo>
                    <a:pt x="9194" y="9370"/>
                    <a:pt x="7818" y="9370"/>
                    <a:pt x="6295" y="9355"/>
                  </a:cubicBezTo>
                  <a:lnTo>
                    <a:pt x="5842" y="9355"/>
                  </a:lnTo>
                  <a:cubicBezTo>
                    <a:pt x="5856" y="8652"/>
                    <a:pt x="5900" y="7862"/>
                    <a:pt x="5915" y="7013"/>
                  </a:cubicBezTo>
                  <a:close/>
                  <a:moveTo>
                    <a:pt x="13352" y="9663"/>
                  </a:moveTo>
                  <a:cubicBezTo>
                    <a:pt x="13366" y="9824"/>
                    <a:pt x="13396" y="10014"/>
                    <a:pt x="13410" y="10160"/>
                  </a:cubicBezTo>
                  <a:cubicBezTo>
                    <a:pt x="13440" y="10204"/>
                    <a:pt x="13440" y="10263"/>
                    <a:pt x="13440" y="10336"/>
                  </a:cubicBezTo>
                  <a:cubicBezTo>
                    <a:pt x="13147" y="10380"/>
                    <a:pt x="12854" y="10409"/>
                    <a:pt x="12620" y="10424"/>
                  </a:cubicBezTo>
                  <a:cubicBezTo>
                    <a:pt x="12751" y="10263"/>
                    <a:pt x="12956" y="10058"/>
                    <a:pt x="13161" y="9868"/>
                  </a:cubicBezTo>
                  <a:cubicBezTo>
                    <a:pt x="13235" y="9794"/>
                    <a:pt x="13293" y="9736"/>
                    <a:pt x="13352" y="9663"/>
                  </a:cubicBezTo>
                  <a:close/>
                  <a:moveTo>
                    <a:pt x="10438" y="9399"/>
                  </a:moveTo>
                  <a:cubicBezTo>
                    <a:pt x="10468" y="10160"/>
                    <a:pt x="10512" y="10775"/>
                    <a:pt x="10541" y="11229"/>
                  </a:cubicBezTo>
                  <a:cubicBezTo>
                    <a:pt x="9794" y="11302"/>
                    <a:pt x="8813" y="11405"/>
                    <a:pt x="7715" y="11405"/>
                  </a:cubicBezTo>
                  <a:cubicBezTo>
                    <a:pt x="6998" y="11405"/>
                    <a:pt x="6339" y="11375"/>
                    <a:pt x="5754" y="11346"/>
                  </a:cubicBezTo>
                  <a:cubicBezTo>
                    <a:pt x="5768" y="11053"/>
                    <a:pt x="5783" y="10629"/>
                    <a:pt x="5827" y="10102"/>
                  </a:cubicBezTo>
                  <a:cubicBezTo>
                    <a:pt x="5842" y="9897"/>
                    <a:pt x="5842" y="9663"/>
                    <a:pt x="5856" y="9428"/>
                  </a:cubicBezTo>
                  <a:lnTo>
                    <a:pt x="6325" y="9428"/>
                  </a:lnTo>
                  <a:cubicBezTo>
                    <a:pt x="7833" y="9428"/>
                    <a:pt x="9209" y="9399"/>
                    <a:pt x="10219" y="9399"/>
                  </a:cubicBezTo>
                  <a:close/>
                  <a:moveTo>
                    <a:pt x="9926" y="1"/>
                  </a:moveTo>
                  <a:lnTo>
                    <a:pt x="9926" y="1"/>
                  </a:lnTo>
                  <a:cubicBezTo>
                    <a:pt x="9911" y="1"/>
                    <a:pt x="9941" y="864"/>
                    <a:pt x="10014" y="2211"/>
                  </a:cubicBezTo>
                  <a:lnTo>
                    <a:pt x="5959" y="2211"/>
                  </a:lnTo>
                  <a:lnTo>
                    <a:pt x="5959" y="1845"/>
                  </a:lnTo>
                  <a:cubicBezTo>
                    <a:pt x="5929" y="1318"/>
                    <a:pt x="5929" y="894"/>
                    <a:pt x="5915" y="601"/>
                  </a:cubicBezTo>
                  <a:cubicBezTo>
                    <a:pt x="5915" y="454"/>
                    <a:pt x="5900" y="352"/>
                    <a:pt x="5900" y="249"/>
                  </a:cubicBezTo>
                  <a:cubicBezTo>
                    <a:pt x="5900" y="176"/>
                    <a:pt x="5900" y="147"/>
                    <a:pt x="5886" y="147"/>
                  </a:cubicBezTo>
                  <a:lnTo>
                    <a:pt x="5886" y="249"/>
                  </a:lnTo>
                  <a:lnTo>
                    <a:pt x="5886" y="601"/>
                  </a:lnTo>
                  <a:lnTo>
                    <a:pt x="5886" y="1845"/>
                  </a:lnTo>
                  <a:lnTo>
                    <a:pt x="5886" y="2211"/>
                  </a:lnTo>
                  <a:cubicBezTo>
                    <a:pt x="4758" y="2211"/>
                    <a:pt x="3880" y="2226"/>
                    <a:pt x="3411" y="2226"/>
                  </a:cubicBezTo>
                  <a:cubicBezTo>
                    <a:pt x="3441" y="2006"/>
                    <a:pt x="3470" y="1787"/>
                    <a:pt x="3485" y="1626"/>
                  </a:cubicBezTo>
                  <a:cubicBezTo>
                    <a:pt x="3499" y="1421"/>
                    <a:pt x="3514" y="1274"/>
                    <a:pt x="3529" y="1172"/>
                  </a:cubicBezTo>
                  <a:cubicBezTo>
                    <a:pt x="3529" y="1113"/>
                    <a:pt x="3558" y="1084"/>
                    <a:pt x="3558" y="1040"/>
                  </a:cubicBezTo>
                  <a:lnTo>
                    <a:pt x="3558" y="1011"/>
                  </a:lnTo>
                  <a:cubicBezTo>
                    <a:pt x="3558" y="1011"/>
                    <a:pt x="3558" y="1025"/>
                    <a:pt x="3529" y="1040"/>
                  </a:cubicBezTo>
                  <a:cubicBezTo>
                    <a:pt x="3529" y="1084"/>
                    <a:pt x="3514" y="1113"/>
                    <a:pt x="3514" y="1157"/>
                  </a:cubicBezTo>
                  <a:cubicBezTo>
                    <a:pt x="3499" y="1260"/>
                    <a:pt x="3485" y="1421"/>
                    <a:pt x="3441" y="1611"/>
                  </a:cubicBezTo>
                  <a:cubicBezTo>
                    <a:pt x="3411" y="1772"/>
                    <a:pt x="3397" y="1992"/>
                    <a:pt x="3353" y="2211"/>
                  </a:cubicBezTo>
                  <a:cubicBezTo>
                    <a:pt x="3148" y="2211"/>
                    <a:pt x="3045" y="2226"/>
                    <a:pt x="3045" y="2226"/>
                  </a:cubicBezTo>
                  <a:cubicBezTo>
                    <a:pt x="3045" y="2226"/>
                    <a:pt x="3148" y="2255"/>
                    <a:pt x="3353" y="2255"/>
                  </a:cubicBezTo>
                  <a:cubicBezTo>
                    <a:pt x="3309" y="2562"/>
                    <a:pt x="3265" y="2914"/>
                    <a:pt x="3207" y="3294"/>
                  </a:cubicBezTo>
                  <a:cubicBezTo>
                    <a:pt x="3148" y="3660"/>
                    <a:pt x="3104" y="4056"/>
                    <a:pt x="3045" y="4495"/>
                  </a:cubicBezTo>
                  <a:cubicBezTo>
                    <a:pt x="2562" y="4495"/>
                    <a:pt x="2299" y="4524"/>
                    <a:pt x="2299" y="4524"/>
                  </a:cubicBezTo>
                  <a:cubicBezTo>
                    <a:pt x="2299" y="4524"/>
                    <a:pt x="2562" y="4539"/>
                    <a:pt x="3045" y="4539"/>
                  </a:cubicBezTo>
                  <a:cubicBezTo>
                    <a:pt x="2958" y="5256"/>
                    <a:pt x="2855" y="6032"/>
                    <a:pt x="2753" y="6881"/>
                  </a:cubicBezTo>
                  <a:cubicBezTo>
                    <a:pt x="1948" y="6881"/>
                    <a:pt x="1450" y="6896"/>
                    <a:pt x="1450" y="6910"/>
                  </a:cubicBezTo>
                  <a:cubicBezTo>
                    <a:pt x="1450" y="6940"/>
                    <a:pt x="1933" y="6940"/>
                    <a:pt x="2738" y="6954"/>
                  </a:cubicBezTo>
                  <a:cubicBezTo>
                    <a:pt x="2665" y="7569"/>
                    <a:pt x="2592" y="8213"/>
                    <a:pt x="2533" y="8887"/>
                  </a:cubicBezTo>
                  <a:cubicBezTo>
                    <a:pt x="2504" y="9033"/>
                    <a:pt x="2489" y="9180"/>
                    <a:pt x="2489" y="9326"/>
                  </a:cubicBezTo>
                  <a:lnTo>
                    <a:pt x="2416" y="9326"/>
                  </a:lnTo>
                  <a:cubicBezTo>
                    <a:pt x="1918" y="9326"/>
                    <a:pt x="1523" y="9355"/>
                    <a:pt x="1230" y="9355"/>
                  </a:cubicBezTo>
                  <a:lnTo>
                    <a:pt x="908" y="9355"/>
                  </a:lnTo>
                  <a:cubicBezTo>
                    <a:pt x="835" y="9355"/>
                    <a:pt x="791" y="9355"/>
                    <a:pt x="791" y="9370"/>
                  </a:cubicBezTo>
                  <a:cubicBezTo>
                    <a:pt x="791" y="9377"/>
                    <a:pt x="802" y="9377"/>
                    <a:pt x="822" y="9377"/>
                  </a:cubicBezTo>
                  <a:cubicBezTo>
                    <a:pt x="842" y="9377"/>
                    <a:pt x="872" y="9377"/>
                    <a:pt x="908" y="9384"/>
                  </a:cubicBezTo>
                  <a:lnTo>
                    <a:pt x="1230" y="9384"/>
                  </a:lnTo>
                  <a:cubicBezTo>
                    <a:pt x="1523" y="9384"/>
                    <a:pt x="1918" y="9384"/>
                    <a:pt x="2416" y="9399"/>
                  </a:cubicBezTo>
                  <a:lnTo>
                    <a:pt x="2489" y="9399"/>
                  </a:lnTo>
                  <a:cubicBezTo>
                    <a:pt x="2401" y="10365"/>
                    <a:pt x="2328" y="11288"/>
                    <a:pt x="2255" y="12122"/>
                  </a:cubicBezTo>
                  <a:lnTo>
                    <a:pt x="1889" y="12122"/>
                  </a:lnTo>
                  <a:cubicBezTo>
                    <a:pt x="1011" y="12122"/>
                    <a:pt x="279" y="12151"/>
                    <a:pt x="279" y="12181"/>
                  </a:cubicBezTo>
                  <a:cubicBezTo>
                    <a:pt x="279" y="12225"/>
                    <a:pt x="996" y="12239"/>
                    <a:pt x="1889" y="12239"/>
                  </a:cubicBezTo>
                  <a:lnTo>
                    <a:pt x="2255" y="12239"/>
                  </a:lnTo>
                  <a:cubicBezTo>
                    <a:pt x="2196" y="13103"/>
                    <a:pt x="2138" y="13864"/>
                    <a:pt x="2109" y="14523"/>
                  </a:cubicBezTo>
                  <a:cubicBezTo>
                    <a:pt x="2109" y="14699"/>
                    <a:pt x="2094" y="14830"/>
                    <a:pt x="2094" y="14991"/>
                  </a:cubicBezTo>
                  <a:lnTo>
                    <a:pt x="1377" y="14991"/>
                  </a:lnTo>
                  <a:cubicBezTo>
                    <a:pt x="630" y="14991"/>
                    <a:pt x="0" y="15006"/>
                    <a:pt x="0" y="15035"/>
                  </a:cubicBezTo>
                  <a:cubicBezTo>
                    <a:pt x="0" y="15065"/>
                    <a:pt x="601" y="15094"/>
                    <a:pt x="1377" y="15094"/>
                  </a:cubicBezTo>
                  <a:lnTo>
                    <a:pt x="2094" y="15094"/>
                  </a:lnTo>
                  <a:cubicBezTo>
                    <a:pt x="2065" y="15577"/>
                    <a:pt x="2050" y="15958"/>
                    <a:pt x="2035" y="16265"/>
                  </a:cubicBezTo>
                  <a:cubicBezTo>
                    <a:pt x="2035" y="16470"/>
                    <a:pt x="2021" y="16616"/>
                    <a:pt x="2021" y="16719"/>
                  </a:cubicBezTo>
                  <a:lnTo>
                    <a:pt x="2021" y="16851"/>
                  </a:lnTo>
                  <a:cubicBezTo>
                    <a:pt x="2021" y="16821"/>
                    <a:pt x="2021" y="16777"/>
                    <a:pt x="2035" y="16719"/>
                  </a:cubicBezTo>
                  <a:cubicBezTo>
                    <a:pt x="2035" y="16616"/>
                    <a:pt x="2050" y="16455"/>
                    <a:pt x="2079" y="16265"/>
                  </a:cubicBezTo>
                  <a:cubicBezTo>
                    <a:pt x="2094" y="15958"/>
                    <a:pt x="2109" y="15577"/>
                    <a:pt x="2152" y="15094"/>
                  </a:cubicBezTo>
                  <a:cubicBezTo>
                    <a:pt x="2518" y="15094"/>
                    <a:pt x="2738" y="15079"/>
                    <a:pt x="2738" y="15065"/>
                  </a:cubicBezTo>
                  <a:cubicBezTo>
                    <a:pt x="2738" y="15035"/>
                    <a:pt x="2489" y="15021"/>
                    <a:pt x="2152" y="15021"/>
                  </a:cubicBezTo>
                  <a:cubicBezTo>
                    <a:pt x="2167" y="14874"/>
                    <a:pt x="2167" y="14728"/>
                    <a:pt x="2182" y="14567"/>
                  </a:cubicBezTo>
                  <a:cubicBezTo>
                    <a:pt x="2226" y="13908"/>
                    <a:pt x="2270" y="13118"/>
                    <a:pt x="2343" y="12283"/>
                  </a:cubicBezTo>
                  <a:cubicBezTo>
                    <a:pt x="3002" y="12283"/>
                    <a:pt x="3499" y="12254"/>
                    <a:pt x="3499" y="12239"/>
                  </a:cubicBezTo>
                  <a:cubicBezTo>
                    <a:pt x="3499" y="12225"/>
                    <a:pt x="3031" y="12210"/>
                    <a:pt x="2343" y="12210"/>
                  </a:cubicBezTo>
                  <a:cubicBezTo>
                    <a:pt x="2416" y="11361"/>
                    <a:pt x="2489" y="10453"/>
                    <a:pt x="2592" y="9472"/>
                  </a:cubicBezTo>
                  <a:cubicBezTo>
                    <a:pt x="3441" y="9472"/>
                    <a:pt x="4568" y="9472"/>
                    <a:pt x="5783" y="9502"/>
                  </a:cubicBezTo>
                  <a:cubicBezTo>
                    <a:pt x="5783" y="9736"/>
                    <a:pt x="5768" y="9955"/>
                    <a:pt x="5768" y="10175"/>
                  </a:cubicBezTo>
                  <a:cubicBezTo>
                    <a:pt x="5754" y="10687"/>
                    <a:pt x="5754" y="11112"/>
                    <a:pt x="5724" y="11419"/>
                  </a:cubicBezTo>
                  <a:cubicBezTo>
                    <a:pt x="5388" y="11405"/>
                    <a:pt x="5051" y="11375"/>
                    <a:pt x="4773" y="11346"/>
                  </a:cubicBezTo>
                  <a:cubicBezTo>
                    <a:pt x="4392" y="11302"/>
                    <a:pt x="4100" y="11273"/>
                    <a:pt x="3880" y="11258"/>
                  </a:cubicBezTo>
                  <a:cubicBezTo>
                    <a:pt x="3792" y="11229"/>
                    <a:pt x="3704" y="11229"/>
                    <a:pt x="3646" y="11229"/>
                  </a:cubicBezTo>
                  <a:lnTo>
                    <a:pt x="3558" y="11229"/>
                  </a:lnTo>
                  <a:cubicBezTo>
                    <a:pt x="3558" y="11229"/>
                    <a:pt x="3587" y="11258"/>
                    <a:pt x="3646" y="11258"/>
                  </a:cubicBezTo>
                  <a:cubicBezTo>
                    <a:pt x="3719" y="11273"/>
                    <a:pt x="3792" y="11273"/>
                    <a:pt x="3880" y="11288"/>
                  </a:cubicBezTo>
                  <a:cubicBezTo>
                    <a:pt x="4085" y="11332"/>
                    <a:pt x="4392" y="11361"/>
                    <a:pt x="4773" y="11405"/>
                  </a:cubicBezTo>
                  <a:cubicBezTo>
                    <a:pt x="5051" y="11434"/>
                    <a:pt x="5388" y="11449"/>
                    <a:pt x="5724" y="11493"/>
                  </a:cubicBezTo>
                  <a:lnTo>
                    <a:pt x="5724" y="11741"/>
                  </a:lnTo>
                  <a:lnTo>
                    <a:pt x="5724" y="11859"/>
                  </a:lnTo>
                  <a:cubicBezTo>
                    <a:pt x="5724" y="11859"/>
                    <a:pt x="5724" y="11815"/>
                    <a:pt x="5754" y="11741"/>
                  </a:cubicBezTo>
                  <a:cubicBezTo>
                    <a:pt x="5754" y="11668"/>
                    <a:pt x="5768" y="11580"/>
                    <a:pt x="5768" y="11493"/>
                  </a:cubicBezTo>
                  <a:cubicBezTo>
                    <a:pt x="6274" y="11518"/>
                    <a:pt x="6845" y="11554"/>
                    <a:pt x="7453" y="11554"/>
                  </a:cubicBezTo>
                  <a:cubicBezTo>
                    <a:pt x="7549" y="11554"/>
                    <a:pt x="7647" y="11553"/>
                    <a:pt x="7745" y="11551"/>
                  </a:cubicBezTo>
                  <a:cubicBezTo>
                    <a:pt x="8843" y="11522"/>
                    <a:pt x="9853" y="11449"/>
                    <a:pt x="10599" y="11346"/>
                  </a:cubicBezTo>
                  <a:cubicBezTo>
                    <a:pt x="10643" y="11859"/>
                    <a:pt x="10658" y="12151"/>
                    <a:pt x="10673" y="12151"/>
                  </a:cubicBezTo>
                  <a:cubicBezTo>
                    <a:pt x="10673" y="12151"/>
                    <a:pt x="10673" y="11859"/>
                    <a:pt x="10658" y="11346"/>
                  </a:cubicBezTo>
                  <a:lnTo>
                    <a:pt x="10702" y="11346"/>
                  </a:lnTo>
                  <a:cubicBezTo>
                    <a:pt x="11097" y="11288"/>
                    <a:pt x="11390" y="11258"/>
                    <a:pt x="11580" y="11214"/>
                  </a:cubicBezTo>
                  <a:cubicBezTo>
                    <a:pt x="11683" y="11200"/>
                    <a:pt x="11771" y="11185"/>
                    <a:pt x="11829" y="11156"/>
                  </a:cubicBezTo>
                  <a:cubicBezTo>
                    <a:pt x="11873" y="11141"/>
                    <a:pt x="11917" y="11141"/>
                    <a:pt x="11902" y="11141"/>
                  </a:cubicBezTo>
                  <a:lnTo>
                    <a:pt x="11800" y="11141"/>
                  </a:lnTo>
                  <a:cubicBezTo>
                    <a:pt x="11727" y="11141"/>
                    <a:pt x="11653" y="11156"/>
                    <a:pt x="11566" y="11185"/>
                  </a:cubicBezTo>
                  <a:cubicBezTo>
                    <a:pt x="11361" y="11214"/>
                    <a:pt x="11053" y="11258"/>
                    <a:pt x="10673" y="11288"/>
                  </a:cubicBezTo>
                  <a:lnTo>
                    <a:pt x="10614" y="11288"/>
                  </a:lnTo>
                  <a:cubicBezTo>
                    <a:pt x="10599" y="10834"/>
                    <a:pt x="10556" y="10204"/>
                    <a:pt x="10526" y="9472"/>
                  </a:cubicBezTo>
                  <a:cubicBezTo>
                    <a:pt x="10878" y="9472"/>
                    <a:pt x="11185" y="9472"/>
                    <a:pt x="11405" y="9458"/>
                  </a:cubicBezTo>
                  <a:lnTo>
                    <a:pt x="11727" y="9458"/>
                  </a:lnTo>
                  <a:cubicBezTo>
                    <a:pt x="11800" y="9458"/>
                    <a:pt x="11844" y="9458"/>
                    <a:pt x="11844" y="9443"/>
                  </a:cubicBezTo>
                  <a:cubicBezTo>
                    <a:pt x="11844" y="9436"/>
                    <a:pt x="11833" y="9436"/>
                    <a:pt x="11813" y="9436"/>
                  </a:cubicBezTo>
                  <a:cubicBezTo>
                    <a:pt x="11793" y="9436"/>
                    <a:pt x="11763" y="9436"/>
                    <a:pt x="11727" y="9428"/>
                  </a:cubicBezTo>
                  <a:lnTo>
                    <a:pt x="11405" y="9428"/>
                  </a:lnTo>
                  <a:cubicBezTo>
                    <a:pt x="11185" y="9428"/>
                    <a:pt x="10878" y="9428"/>
                    <a:pt x="10526" y="9399"/>
                  </a:cubicBezTo>
                  <a:cubicBezTo>
                    <a:pt x="10482" y="8711"/>
                    <a:pt x="10438" y="7906"/>
                    <a:pt x="10394" y="7027"/>
                  </a:cubicBezTo>
                  <a:cubicBezTo>
                    <a:pt x="11566" y="7027"/>
                    <a:pt x="12503" y="7013"/>
                    <a:pt x="13015" y="7013"/>
                  </a:cubicBezTo>
                  <a:cubicBezTo>
                    <a:pt x="13074" y="7423"/>
                    <a:pt x="13117" y="7833"/>
                    <a:pt x="13176" y="8213"/>
                  </a:cubicBezTo>
                  <a:cubicBezTo>
                    <a:pt x="13044" y="8272"/>
                    <a:pt x="12883" y="8330"/>
                    <a:pt x="12708" y="8374"/>
                  </a:cubicBezTo>
                  <a:cubicBezTo>
                    <a:pt x="12210" y="8565"/>
                    <a:pt x="11785" y="8667"/>
                    <a:pt x="11785" y="8696"/>
                  </a:cubicBezTo>
                  <a:cubicBezTo>
                    <a:pt x="11785" y="8698"/>
                    <a:pt x="11788" y="8698"/>
                    <a:pt x="11794" y="8698"/>
                  </a:cubicBezTo>
                  <a:cubicBezTo>
                    <a:pt x="11858" y="8698"/>
                    <a:pt x="12267" y="8622"/>
                    <a:pt x="12737" y="8448"/>
                  </a:cubicBezTo>
                  <a:cubicBezTo>
                    <a:pt x="12898" y="8404"/>
                    <a:pt x="13044" y="8330"/>
                    <a:pt x="13176" y="8272"/>
                  </a:cubicBezTo>
                  <a:cubicBezTo>
                    <a:pt x="13249" y="8726"/>
                    <a:pt x="13308" y="9165"/>
                    <a:pt x="13366" y="9575"/>
                  </a:cubicBezTo>
                  <a:cubicBezTo>
                    <a:pt x="13293" y="9648"/>
                    <a:pt x="13191" y="9736"/>
                    <a:pt x="13117" y="9824"/>
                  </a:cubicBezTo>
                  <a:cubicBezTo>
                    <a:pt x="12883" y="10058"/>
                    <a:pt x="12678" y="10277"/>
                    <a:pt x="12503" y="10482"/>
                  </a:cubicBezTo>
                  <a:cubicBezTo>
                    <a:pt x="12268" y="10497"/>
                    <a:pt x="12078" y="10526"/>
                    <a:pt x="11932" y="10541"/>
                  </a:cubicBezTo>
                  <a:cubicBezTo>
                    <a:pt x="11771" y="10556"/>
                    <a:pt x="11683" y="10556"/>
                    <a:pt x="11683" y="10570"/>
                  </a:cubicBezTo>
                  <a:lnTo>
                    <a:pt x="11932" y="10570"/>
                  </a:lnTo>
                  <a:cubicBezTo>
                    <a:pt x="12063" y="10570"/>
                    <a:pt x="12224" y="10556"/>
                    <a:pt x="12444" y="10556"/>
                  </a:cubicBezTo>
                  <a:cubicBezTo>
                    <a:pt x="12151" y="10863"/>
                    <a:pt x="11976" y="11068"/>
                    <a:pt x="11990" y="11083"/>
                  </a:cubicBezTo>
                  <a:cubicBezTo>
                    <a:pt x="11991" y="11084"/>
                    <a:pt x="11993" y="11085"/>
                    <a:pt x="11995" y="11085"/>
                  </a:cubicBezTo>
                  <a:cubicBezTo>
                    <a:pt x="12032" y="11085"/>
                    <a:pt x="12245" y="10872"/>
                    <a:pt x="12561" y="10556"/>
                  </a:cubicBezTo>
                  <a:lnTo>
                    <a:pt x="12649" y="10556"/>
                  </a:lnTo>
                  <a:cubicBezTo>
                    <a:pt x="12883" y="10541"/>
                    <a:pt x="13176" y="10497"/>
                    <a:pt x="13483" y="10468"/>
                  </a:cubicBezTo>
                  <a:cubicBezTo>
                    <a:pt x="13542" y="10819"/>
                    <a:pt x="13586" y="11112"/>
                    <a:pt x="13615" y="11346"/>
                  </a:cubicBezTo>
                  <a:cubicBezTo>
                    <a:pt x="13630" y="11478"/>
                    <a:pt x="13659" y="11566"/>
                    <a:pt x="13674" y="11654"/>
                  </a:cubicBezTo>
                  <a:cubicBezTo>
                    <a:pt x="13688" y="11727"/>
                    <a:pt x="13688" y="11771"/>
                    <a:pt x="13688" y="11771"/>
                  </a:cubicBezTo>
                  <a:lnTo>
                    <a:pt x="13688" y="11654"/>
                  </a:lnTo>
                  <a:cubicBezTo>
                    <a:pt x="13688" y="11580"/>
                    <a:pt x="13674" y="11478"/>
                    <a:pt x="13659" y="11346"/>
                  </a:cubicBezTo>
                  <a:cubicBezTo>
                    <a:pt x="13615" y="11127"/>
                    <a:pt x="13601" y="10834"/>
                    <a:pt x="13542" y="10468"/>
                  </a:cubicBezTo>
                  <a:cubicBezTo>
                    <a:pt x="13967" y="10409"/>
                    <a:pt x="14435" y="10336"/>
                    <a:pt x="14947" y="10234"/>
                  </a:cubicBezTo>
                  <a:lnTo>
                    <a:pt x="14947" y="10234"/>
                  </a:lnTo>
                  <a:cubicBezTo>
                    <a:pt x="14874" y="11083"/>
                    <a:pt x="14860" y="11771"/>
                    <a:pt x="14874" y="11785"/>
                  </a:cubicBezTo>
                  <a:cubicBezTo>
                    <a:pt x="14903" y="11785"/>
                    <a:pt x="14977" y="11083"/>
                    <a:pt x="15050" y="10204"/>
                  </a:cubicBezTo>
                  <a:cubicBezTo>
                    <a:pt x="15606" y="10102"/>
                    <a:pt x="16148" y="9955"/>
                    <a:pt x="16602" y="9824"/>
                  </a:cubicBezTo>
                  <a:cubicBezTo>
                    <a:pt x="16745" y="10370"/>
                    <a:pt x="16847" y="10761"/>
                    <a:pt x="16892" y="10761"/>
                  </a:cubicBezTo>
                  <a:cubicBezTo>
                    <a:pt x="16893" y="10761"/>
                    <a:pt x="16894" y="10761"/>
                    <a:pt x="16894" y="10761"/>
                  </a:cubicBezTo>
                  <a:cubicBezTo>
                    <a:pt x="16909" y="10761"/>
                    <a:pt x="16821" y="10336"/>
                    <a:pt x="16689" y="9794"/>
                  </a:cubicBezTo>
                  <a:cubicBezTo>
                    <a:pt x="16894" y="9736"/>
                    <a:pt x="17070" y="9663"/>
                    <a:pt x="17246" y="9604"/>
                  </a:cubicBezTo>
                  <a:cubicBezTo>
                    <a:pt x="17539" y="9516"/>
                    <a:pt x="17758" y="9428"/>
                    <a:pt x="17919" y="9370"/>
                  </a:cubicBezTo>
                  <a:cubicBezTo>
                    <a:pt x="18080" y="9311"/>
                    <a:pt x="18153" y="9282"/>
                    <a:pt x="18153" y="9253"/>
                  </a:cubicBezTo>
                  <a:cubicBezTo>
                    <a:pt x="18139" y="9243"/>
                    <a:pt x="18118" y="9238"/>
                    <a:pt x="18091" y="9238"/>
                  </a:cubicBezTo>
                  <a:cubicBezTo>
                    <a:pt x="18036" y="9238"/>
                    <a:pt x="17958" y="9258"/>
                    <a:pt x="17861" y="9297"/>
                  </a:cubicBezTo>
                  <a:cubicBezTo>
                    <a:pt x="17700" y="9355"/>
                    <a:pt x="17480" y="9428"/>
                    <a:pt x="17187" y="9516"/>
                  </a:cubicBezTo>
                  <a:cubicBezTo>
                    <a:pt x="17026" y="9575"/>
                    <a:pt x="16836" y="9619"/>
                    <a:pt x="16646" y="9677"/>
                  </a:cubicBezTo>
                  <a:lnTo>
                    <a:pt x="16587" y="9458"/>
                  </a:lnTo>
                  <a:cubicBezTo>
                    <a:pt x="16399" y="8793"/>
                    <a:pt x="16254" y="8228"/>
                    <a:pt x="16222" y="8228"/>
                  </a:cubicBezTo>
                  <a:cubicBezTo>
                    <a:pt x="16222" y="8228"/>
                    <a:pt x="16221" y="8228"/>
                    <a:pt x="16221" y="8228"/>
                  </a:cubicBezTo>
                  <a:cubicBezTo>
                    <a:pt x="16206" y="8228"/>
                    <a:pt x="16309" y="8799"/>
                    <a:pt x="16499" y="9472"/>
                  </a:cubicBezTo>
                  <a:lnTo>
                    <a:pt x="16543" y="9692"/>
                  </a:lnTo>
                  <a:cubicBezTo>
                    <a:pt x="16104" y="9824"/>
                    <a:pt x="15577" y="9955"/>
                    <a:pt x="15035" y="10058"/>
                  </a:cubicBezTo>
                  <a:cubicBezTo>
                    <a:pt x="15108" y="9165"/>
                    <a:pt x="15138" y="8448"/>
                    <a:pt x="15108" y="8448"/>
                  </a:cubicBezTo>
                  <a:lnTo>
                    <a:pt x="15108" y="8448"/>
                  </a:lnTo>
                  <a:cubicBezTo>
                    <a:pt x="15079" y="8448"/>
                    <a:pt x="14991" y="9180"/>
                    <a:pt x="14933" y="10087"/>
                  </a:cubicBezTo>
                  <a:cubicBezTo>
                    <a:pt x="14420" y="10190"/>
                    <a:pt x="13952" y="10263"/>
                    <a:pt x="13527" y="10321"/>
                  </a:cubicBezTo>
                  <a:cubicBezTo>
                    <a:pt x="13527" y="10263"/>
                    <a:pt x="13513" y="10204"/>
                    <a:pt x="13513" y="10131"/>
                  </a:cubicBezTo>
                  <a:cubicBezTo>
                    <a:pt x="13483" y="9970"/>
                    <a:pt x="13454" y="9765"/>
                    <a:pt x="13440" y="9589"/>
                  </a:cubicBezTo>
                  <a:cubicBezTo>
                    <a:pt x="13952" y="9033"/>
                    <a:pt x="14333" y="8623"/>
                    <a:pt x="14318" y="8594"/>
                  </a:cubicBezTo>
                  <a:cubicBezTo>
                    <a:pt x="14317" y="8594"/>
                    <a:pt x="14317" y="8593"/>
                    <a:pt x="14316" y="8593"/>
                  </a:cubicBezTo>
                  <a:cubicBezTo>
                    <a:pt x="14274" y="8593"/>
                    <a:pt x="13898" y="8955"/>
                    <a:pt x="13410" y="9472"/>
                  </a:cubicBezTo>
                  <a:cubicBezTo>
                    <a:pt x="13366" y="9092"/>
                    <a:pt x="13308" y="8667"/>
                    <a:pt x="13249" y="8213"/>
                  </a:cubicBezTo>
                  <a:cubicBezTo>
                    <a:pt x="13469" y="8111"/>
                    <a:pt x="13615" y="8038"/>
                    <a:pt x="13615" y="8008"/>
                  </a:cubicBezTo>
                  <a:cubicBezTo>
                    <a:pt x="13615" y="8007"/>
                    <a:pt x="13614" y="8006"/>
                    <a:pt x="13611" y="8006"/>
                  </a:cubicBezTo>
                  <a:cubicBezTo>
                    <a:pt x="13584" y="8006"/>
                    <a:pt x="13446" y="8061"/>
                    <a:pt x="13249" y="8140"/>
                  </a:cubicBezTo>
                  <a:cubicBezTo>
                    <a:pt x="13205" y="7774"/>
                    <a:pt x="13147" y="7379"/>
                    <a:pt x="13103" y="6969"/>
                  </a:cubicBezTo>
                  <a:cubicBezTo>
                    <a:pt x="13352" y="6969"/>
                    <a:pt x="13469" y="6954"/>
                    <a:pt x="13469" y="6954"/>
                  </a:cubicBezTo>
                  <a:cubicBezTo>
                    <a:pt x="13469" y="6954"/>
                    <a:pt x="13352" y="6940"/>
                    <a:pt x="13088" y="6940"/>
                  </a:cubicBezTo>
                  <a:cubicBezTo>
                    <a:pt x="13074" y="6764"/>
                    <a:pt x="13044" y="6588"/>
                    <a:pt x="13015" y="6427"/>
                  </a:cubicBezTo>
                  <a:cubicBezTo>
                    <a:pt x="12927" y="5768"/>
                    <a:pt x="12839" y="5139"/>
                    <a:pt x="12766" y="4568"/>
                  </a:cubicBezTo>
                  <a:cubicBezTo>
                    <a:pt x="13074" y="4568"/>
                    <a:pt x="13249" y="4553"/>
                    <a:pt x="13249" y="4553"/>
                  </a:cubicBezTo>
                  <a:cubicBezTo>
                    <a:pt x="13249" y="4553"/>
                    <a:pt x="13074" y="4539"/>
                    <a:pt x="12766" y="4539"/>
                  </a:cubicBezTo>
                  <a:cubicBezTo>
                    <a:pt x="12664" y="3836"/>
                    <a:pt x="12576" y="3221"/>
                    <a:pt x="12503" y="2709"/>
                  </a:cubicBezTo>
                  <a:cubicBezTo>
                    <a:pt x="12488" y="2562"/>
                    <a:pt x="12473" y="2416"/>
                    <a:pt x="12444" y="2284"/>
                  </a:cubicBezTo>
                  <a:cubicBezTo>
                    <a:pt x="12766" y="2284"/>
                    <a:pt x="12927" y="2270"/>
                    <a:pt x="12927" y="2270"/>
                  </a:cubicBezTo>
                  <a:cubicBezTo>
                    <a:pt x="12927" y="2270"/>
                    <a:pt x="12737" y="2255"/>
                    <a:pt x="12429" y="2255"/>
                  </a:cubicBezTo>
                  <a:cubicBezTo>
                    <a:pt x="12400" y="1992"/>
                    <a:pt x="12356" y="1757"/>
                    <a:pt x="12342" y="1567"/>
                  </a:cubicBezTo>
                  <a:cubicBezTo>
                    <a:pt x="12327" y="1450"/>
                    <a:pt x="12298" y="1347"/>
                    <a:pt x="12283" y="1260"/>
                  </a:cubicBezTo>
                  <a:cubicBezTo>
                    <a:pt x="12268" y="1186"/>
                    <a:pt x="12268" y="1157"/>
                    <a:pt x="12268" y="1157"/>
                  </a:cubicBezTo>
                  <a:lnTo>
                    <a:pt x="12268" y="1260"/>
                  </a:lnTo>
                  <a:cubicBezTo>
                    <a:pt x="12268" y="1333"/>
                    <a:pt x="12283" y="1450"/>
                    <a:pt x="12298" y="1567"/>
                  </a:cubicBezTo>
                  <a:cubicBezTo>
                    <a:pt x="12327" y="1757"/>
                    <a:pt x="12356" y="1977"/>
                    <a:pt x="12371" y="2226"/>
                  </a:cubicBezTo>
                  <a:cubicBezTo>
                    <a:pt x="11888" y="2226"/>
                    <a:pt x="11083" y="2211"/>
                    <a:pt x="10087" y="2211"/>
                  </a:cubicBezTo>
                  <a:cubicBezTo>
                    <a:pt x="9999" y="864"/>
                    <a:pt x="9941" y="1"/>
                    <a:pt x="992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6" name="Google Shape;1875;p58"/>
            <p:cNvSpPr/>
            <p:nvPr/>
          </p:nvSpPr>
          <p:spPr>
            <a:xfrm>
              <a:off x="1929960" y="1526760"/>
              <a:ext cx="61920" cy="120600"/>
            </a:xfrm>
            <a:custGeom>
              <a:avLst/>
              <a:gdLst>
                <a:gd name="textAreaLeft" fmla="*/ 0 w 61920"/>
                <a:gd name="textAreaRight" fmla="*/ 62280 w 61920"/>
                <a:gd name="textAreaTop" fmla="*/ 0 h 120600"/>
                <a:gd name="textAreaBottom" fmla="*/ 120960 h 120600"/>
              </a:gdLst>
              <a:ahLst/>
              <a:cxnLst/>
              <a:rect l="textAreaLeft" t="textAreaTop" r="textAreaRight" b="textAreaBottom"/>
              <a:pathLst>
                <a:path w="763" h="1479">
                  <a:moveTo>
                    <a:pt x="762" y="0"/>
                  </a:moveTo>
                  <a:lnTo>
                    <a:pt x="162" y="88"/>
                  </a:lnTo>
                  <a:lnTo>
                    <a:pt x="1" y="1186"/>
                  </a:lnTo>
                  <a:lnTo>
                    <a:pt x="513" y="1479"/>
                  </a:lnTo>
                  <a:lnTo>
                    <a:pt x="762" y="732"/>
                  </a:lnTo>
                  <a:lnTo>
                    <a:pt x="762"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60480" bIns="60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7" name="Google Shape;1876;p58"/>
            <p:cNvSpPr/>
            <p:nvPr/>
          </p:nvSpPr>
          <p:spPr>
            <a:xfrm>
              <a:off x="1874880" y="1599840"/>
              <a:ext cx="132480" cy="881280"/>
            </a:xfrm>
            <a:custGeom>
              <a:avLst/>
              <a:gdLst>
                <a:gd name="textAreaLeft" fmla="*/ 0 w 132480"/>
                <a:gd name="textAreaRight" fmla="*/ 132840 w 132480"/>
                <a:gd name="textAreaTop" fmla="*/ 0 h 881280"/>
                <a:gd name="textAreaBottom" fmla="*/ 881640 h 881280"/>
              </a:gdLst>
              <a:ahLst/>
              <a:cxnLst/>
              <a:rect l="textAreaLeft" t="textAreaTop" r="textAreaRight" b="textAreaBottom"/>
              <a:pathLst>
                <a:path w="1626" h="10790">
                  <a:moveTo>
                    <a:pt x="1201" y="0"/>
                  </a:moveTo>
                  <a:lnTo>
                    <a:pt x="1040" y="498"/>
                  </a:lnTo>
                  <a:cubicBezTo>
                    <a:pt x="1040" y="498"/>
                    <a:pt x="0" y="8564"/>
                    <a:pt x="249" y="9135"/>
                  </a:cubicBezTo>
                  <a:cubicBezTo>
                    <a:pt x="484" y="9692"/>
                    <a:pt x="1054" y="10790"/>
                    <a:pt x="1054" y="10790"/>
                  </a:cubicBezTo>
                  <a:lnTo>
                    <a:pt x="1625" y="7569"/>
                  </a:lnTo>
                  <a:lnTo>
                    <a:pt x="1201"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858" name="Google Shape;1877;p58"/>
          <p:cNvGrpSpPr/>
          <p:nvPr/>
        </p:nvGrpSpPr>
        <p:grpSpPr>
          <a:xfrm>
            <a:off x="2416680" y="1006920"/>
            <a:ext cx="1814760" cy="3589920"/>
            <a:chOff x="2416680" y="1006920"/>
            <a:chExt cx="1814760" cy="3589920"/>
          </a:xfrm>
        </p:grpSpPr>
        <p:sp>
          <p:nvSpPr>
            <p:cNvPr id="859" name="Google Shape;1878;p58"/>
            <p:cNvSpPr/>
            <p:nvPr/>
          </p:nvSpPr>
          <p:spPr>
            <a:xfrm>
              <a:off x="2830680" y="1006920"/>
              <a:ext cx="699480" cy="906840"/>
            </a:xfrm>
            <a:custGeom>
              <a:avLst/>
              <a:gdLst>
                <a:gd name="textAreaLeft" fmla="*/ 0 w 699480"/>
                <a:gd name="textAreaRight" fmla="*/ 699840 w 699480"/>
                <a:gd name="textAreaTop" fmla="*/ 0 h 906840"/>
                <a:gd name="textAreaBottom" fmla="*/ 907200 h 906840"/>
              </a:gdLst>
              <a:ahLst/>
              <a:cxnLst/>
              <a:rect l="textAreaLeft" t="textAreaTop" r="textAreaRight" b="textAreaBottom"/>
              <a:pathLst>
                <a:path w="8565" h="11100">
                  <a:moveTo>
                    <a:pt x="3123" y="1"/>
                  </a:moveTo>
                  <a:cubicBezTo>
                    <a:pt x="2777" y="1"/>
                    <a:pt x="2428" y="37"/>
                    <a:pt x="2079" y="79"/>
                  </a:cubicBezTo>
                  <a:cubicBezTo>
                    <a:pt x="1684" y="108"/>
                    <a:pt x="1288" y="167"/>
                    <a:pt x="893" y="313"/>
                  </a:cubicBezTo>
                  <a:cubicBezTo>
                    <a:pt x="527" y="460"/>
                    <a:pt x="366" y="621"/>
                    <a:pt x="205" y="987"/>
                  </a:cubicBezTo>
                  <a:cubicBezTo>
                    <a:pt x="0" y="1265"/>
                    <a:pt x="59" y="1675"/>
                    <a:pt x="220" y="1953"/>
                  </a:cubicBezTo>
                  <a:cubicBezTo>
                    <a:pt x="395" y="2246"/>
                    <a:pt x="674" y="2465"/>
                    <a:pt x="952" y="2670"/>
                  </a:cubicBezTo>
                  <a:cubicBezTo>
                    <a:pt x="1230" y="2890"/>
                    <a:pt x="1493" y="3109"/>
                    <a:pt x="1640" y="3417"/>
                  </a:cubicBezTo>
                  <a:cubicBezTo>
                    <a:pt x="1903" y="3929"/>
                    <a:pt x="1742" y="4544"/>
                    <a:pt x="1552" y="5086"/>
                  </a:cubicBezTo>
                  <a:cubicBezTo>
                    <a:pt x="1376" y="5598"/>
                    <a:pt x="1171" y="6110"/>
                    <a:pt x="1040" y="6637"/>
                  </a:cubicBezTo>
                  <a:cubicBezTo>
                    <a:pt x="937" y="7179"/>
                    <a:pt x="908" y="7735"/>
                    <a:pt x="1113" y="8248"/>
                  </a:cubicBezTo>
                  <a:cubicBezTo>
                    <a:pt x="1406" y="8980"/>
                    <a:pt x="2108" y="9448"/>
                    <a:pt x="2767" y="9858"/>
                  </a:cubicBezTo>
                  <a:cubicBezTo>
                    <a:pt x="3572" y="10356"/>
                    <a:pt x="4421" y="10854"/>
                    <a:pt x="5358" y="11029"/>
                  </a:cubicBezTo>
                  <a:cubicBezTo>
                    <a:pt x="5589" y="11075"/>
                    <a:pt x="5826" y="11099"/>
                    <a:pt x="6062" y="11099"/>
                  </a:cubicBezTo>
                  <a:cubicBezTo>
                    <a:pt x="6803" y="11099"/>
                    <a:pt x="7538" y="10866"/>
                    <a:pt x="8037" y="10356"/>
                  </a:cubicBezTo>
                  <a:cubicBezTo>
                    <a:pt x="8286" y="10107"/>
                    <a:pt x="8476" y="9756"/>
                    <a:pt x="8520" y="9390"/>
                  </a:cubicBezTo>
                  <a:cubicBezTo>
                    <a:pt x="8564" y="9024"/>
                    <a:pt x="8447" y="8614"/>
                    <a:pt x="8198" y="8365"/>
                  </a:cubicBezTo>
                  <a:cubicBezTo>
                    <a:pt x="8023" y="8204"/>
                    <a:pt x="7774" y="8087"/>
                    <a:pt x="7583" y="7926"/>
                  </a:cubicBezTo>
                  <a:cubicBezTo>
                    <a:pt x="7378" y="7765"/>
                    <a:pt x="7232" y="7501"/>
                    <a:pt x="7291" y="7267"/>
                  </a:cubicBezTo>
                  <a:cubicBezTo>
                    <a:pt x="7349" y="7003"/>
                    <a:pt x="7613" y="6886"/>
                    <a:pt x="7759" y="6667"/>
                  </a:cubicBezTo>
                  <a:cubicBezTo>
                    <a:pt x="7979" y="6330"/>
                    <a:pt x="7876" y="5876"/>
                    <a:pt x="7613" y="5598"/>
                  </a:cubicBezTo>
                  <a:cubicBezTo>
                    <a:pt x="7364" y="5305"/>
                    <a:pt x="6969" y="5173"/>
                    <a:pt x="6588" y="5130"/>
                  </a:cubicBezTo>
                  <a:cubicBezTo>
                    <a:pt x="6237" y="5071"/>
                    <a:pt x="5856" y="5071"/>
                    <a:pt x="5563" y="4895"/>
                  </a:cubicBezTo>
                  <a:cubicBezTo>
                    <a:pt x="5197" y="4646"/>
                    <a:pt x="5036" y="4193"/>
                    <a:pt x="5036" y="3753"/>
                  </a:cubicBezTo>
                  <a:cubicBezTo>
                    <a:pt x="5036" y="3314"/>
                    <a:pt x="5153" y="2890"/>
                    <a:pt x="5270" y="2480"/>
                  </a:cubicBezTo>
                  <a:cubicBezTo>
                    <a:pt x="5358" y="2041"/>
                    <a:pt x="5431" y="1601"/>
                    <a:pt x="5285" y="1177"/>
                  </a:cubicBezTo>
                  <a:cubicBezTo>
                    <a:pt x="5080" y="591"/>
                    <a:pt x="4524" y="211"/>
                    <a:pt x="3909" y="79"/>
                  </a:cubicBezTo>
                  <a:cubicBezTo>
                    <a:pt x="3649" y="22"/>
                    <a:pt x="3387" y="1"/>
                    <a:pt x="3123"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0" name="Google Shape;1879;p58"/>
            <p:cNvSpPr/>
            <p:nvPr/>
          </p:nvSpPr>
          <p:spPr>
            <a:xfrm>
              <a:off x="2482560" y="2438280"/>
              <a:ext cx="981720" cy="2076480"/>
            </a:xfrm>
            <a:custGeom>
              <a:avLst/>
              <a:gdLst>
                <a:gd name="textAreaLeft" fmla="*/ 0 w 981720"/>
                <a:gd name="textAreaRight" fmla="*/ 982080 w 981720"/>
                <a:gd name="textAreaTop" fmla="*/ 0 h 2076480"/>
                <a:gd name="textAreaBottom" fmla="*/ 2076840 h 2076480"/>
              </a:gdLst>
              <a:ahLst/>
              <a:cxnLst/>
              <a:rect l="textAreaLeft" t="textAreaTop" r="textAreaRight" b="textAreaBottom"/>
              <a:pathLst>
                <a:path w="12020" h="25415">
                  <a:moveTo>
                    <a:pt x="12019" y="1"/>
                  </a:moveTo>
                  <a:lnTo>
                    <a:pt x="8154" y="733"/>
                  </a:lnTo>
                  <a:cubicBezTo>
                    <a:pt x="5973" y="10673"/>
                    <a:pt x="0" y="23395"/>
                    <a:pt x="0" y="23395"/>
                  </a:cubicBezTo>
                  <a:lnTo>
                    <a:pt x="3309" y="25415"/>
                  </a:lnTo>
                  <a:cubicBezTo>
                    <a:pt x="11009" y="10219"/>
                    <a:pt x="12019" y="1"/>
                    <a:pt x="12019"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1" name="Google Shape;1880;p58"/>
            <p:cNvSpPr/>
            <p:nvPr/>
          </p:nvSpPr>
          <p:spPr>
            <a:xfrm>
              <a:off x="2482560" y="4338360"/>
              <a:ext cx="321480" cy="258480"/>
            </a:xfrm>
            <a:custGeom>
              <a:avLst/>
              <a:gdLst>
                <a:gd name="textAreaLeft" fmla="*/ 0 w 321480"/>
                <a:gd name="textAreaRight" fmla="*/ 321840 w 321480"/>
                <a:gd name="textAreaTop" fmla="*/ 0 h 258480"/>
                <a:gd name="textAreaBottom" fmla="*/ 258840 h 258480"/>
              </a:gdLst>
              <a:ahLst/>
              <a:cxnLst/>
              <a:rect l="textAreaLeft" t="textAreaTop" r="textAreaRight" b="textAreaBottom"/>
              <a:pathLst>
                <a:path w="3939" h="3168">
                  <a:moveTo>
                    <a:pt x="0" y="0"/>
                  </a:moveTo>
                  <a:lnTo>
                    <a:pt x="0" y="117"/>
                  </a:lnTo>
                  <a:cubicBezTo>
                    <a:pt x="0" y="117"/>
                    <a:pt x="3438" y="3168"/>
                    <a:pt x="3805" y="3168"/>
                  </a:cubicBezTo>
                  <a:cubicBezTo>
                    <a:pt x="3822" y="3168"/>
                    <a:pt x="3832" y="3161"/>
                    <a:pt x="3836" y="3148"/>
                  </a:cubicBezTo>
                  <a:cubicBezTo>
                    <a:pt x="3938" y="2826"/>
                    <a:pt x="3309" y="2152"/>
                    <a:pt x="3309" y="2152"/>
                  </a:cubicBezTo>
                  <a:lnTo>
                    <a:pt x="0"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2" name="Google Shape;1881;p58"/>
            <p:cNvSpPr/>
            <p:nvPr/>
          </p:nvSpPr>
          <p:spPr>
            <a:xfrm>
              <a:off x="2416680" y="2908440"/>
              <a:ext cx="252000" cy="288360"/>
            </a:xfrm>
            <a:custGeom>
              <a:avLst/>
              <a:gdLst>
                <a:gd name="textAreaLeft" fmla="*/ 0 w 252000"/>
                <a:gd name="textAreaRight" fmla="*/ 252360 w 252000"/>
                <a:gd name="textAreaTop" fmla="*/ 0 h 288360"/>
                <a:gd name="textAreaBottom" fmla="*/ 288720 h 288360"/>
              </a:gdLst>
              <a:ahLst/>
              <a:cxnLst/>
              <a:rect l="textAreaLeft" t="textAreaTop" r="textAreaRight" b="textAreaBottom"/>
              <a:pathLst>
                <a:path w="3090" h="3535">
                  <a:moveTo>
                    <a:pt x="810" y="0"/>
                  </a:moveTo>
                  <a:cubicBezTo>
                    <a:pt x="738" y="0"/>
                    <a:pt x="686" y="22"/>
                    <a:pt x="660" y="73"/>
                  </a:cubicBezTo>
                  <a:cubicBezTo>
                    <a:pt x="660" y="73"/>
                    <a:pt x="1" y="1859"/>
                    <a:pt x="59" y="2079"/>
                  </a:cubicBezTo>
                  <a:cubicBezTo>
                    <a:pt x="65" y="2108"/>
                    <a:pt x="80" y="2120"/>
                    <a:pt x="102" y="2120"/>
                  </a:cubicBezTo>
                  <a:cubicBezTo>
                    <a:pt x="241" y="2120"/>
                    <a:pt x="660" y="1581"/>
                    <a:pt x="660" y="1581"/>
                  </a:cubicBezTo>
                  <a:lnTo>
                    <a:pt x="660" y="1581"/>
                  </a:lnTo>
                  <a:cubicBezTo>
                    <a:pt x="660" y="1581"/>
                    <a:pt x="206" y="2357"/>
                    <a:pt x="250" y="2576"/>
                  </a:cubicBezTo>
                  <a:cubicBezTo>
                    <a:pt x="255" y="2596"/>
                    <a:pt x="269" y="2605"/>
                    <a:pt x="288" y="2605"/>
                  </a:cubicBezTo>
                  <a:cubicBezTo>
                    <a:pt x="465" y="2605"/>
                    <a:pt x="1157" y="1830"/>
                    <a:pt x="1157" y="1830"/>
                  </a:cubicBezTo>
                  <a:lnTo>
                    <a:pt x="1157" y="1830"/>
                  </a:lnTo>
                  <a:cubicBezTo>
                    <a:pt x="1157" y="1830"/>
                    <a:pt x="367" y="2825"/>
                    <a:pt x="586" y="3001"/>
                  </a:cubicBezTo>
                  <a:cubicBezTo>
                    <a:pt x="602" y="3013"/>
                    <a:pt x="622" y="3018"/>
                    <a:pt x="644" y="3018"/>
                  </a:cubicBezTo>
                  <a:cubicBezTo>
                    <a:pt x="936" y="3018"/>
                    <a:pt x="1743" y="2123"/>
                    <a:pt x="1743" y="2123"/>
                  </a:cubicBezTo>
                  <a:lnTo>
                    <a:pt x="1743" y="2123"/>
                  </a:lnTo>
                  <a:cubicBezTo>
                    <a:pt x="1743" y="2123"/>
                    <a:pt x="865" y="3294"/>
                    <a:pt x="1055" y="3513"/>
                  </a:cubicBezTo>
                  <a:cubicBezTo>
                    <a:pt x="1069" y="3528"/>
                    <a:pt x="1087" y="3535"/>
                    <a:pt x="1108" y="3535"/>
                  </a:cubicBezTo>
                  <a:cubicBezTo>
                    <a:pt x="1409" y="3535"/>
                    <a:pt x="2416" y="2196"/>
                    <a:pt x="2416" y="2196"/>
                  </a:cubicBezTo>
                  <a:cubicBezTo>
                    <a:pt x="2430" y="2734"/>
                    <a:pt x="2753" y="3037"/>
                    <a:pt x="2907" y="3037"/>
                  </a:cubicBezTo>
                  <a:cubicBezTo>
                    <a:pt x="2921" y="3037"/>
                    <a:pt x="2933" y="3035"/>
                    <a:pt x="2943" y="3030"/>
                  </a:cubicBezTo>
                  <a:cubicBezTo>
                    <a:pt x="3090" y="2972"/>
                    <a:pt x="2929" y="1215"/>
                    <a:pt x="2929" y="1215"/>
                  </a:cubicBezTo>
                  <a:cubicBezTo>
                    <a:pt x="2929" y="1215"/>
                    <a:pt x="1339" y="0"/>
                    <a:pt x="810" y="0"/>
                  </a:cubicBezTo>
                  <a:close/>
                </a:path>
              </a:pathLst>
            </a:custGeom>
            <a:solidFill>
              <a:srgbClr val="AC6E5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3" name="Google Shape;1882;p58"/>
            <p:cNvSpPr/>
            <p:nvPr/>
          </p:nvSpPr>
          <p:spPr>
            <a:xfrm>
              <a:off x="2796120" y="2413440"/>
              <a:ext cx="1044000" cy="2153160"/>
            </a:xfrm>
            <a:custGeom>
              <a:avLst/>
              <a:gdLst>
                <a:gd name="textAreaLeft" fmla="*/ 0 w 1044000"/>
                <a:gd name="textAreaRight" fmla="*/ 1044360 w 1044000"/>
                <a:gd name="textAreaTop" fmla="*/ 0 h 2153160"/>
                <a:gd name="textAreaBottom" fmla="*/ 2153520 h 2153160"/>
              </a:gdLst>
              <a:ahLst/>
              <a:cxnLst/>
              <a:rect l="textAreaLeft" t="textAreaTop" r="textAreaRight" b="textAreaBottom"/>
              <a:pathLst>
                <a:path w="12781" h="26352">
                  <a:moveTo>
                    <a:pt x="5168" y="0"/>
                  </a:moveTo>
                  <a:lnTo>
                    <a:pt x="1" y="1742"/>
                  </a:lnTo>
                  <a:cubicBezTo>
                    <a:pt x="1" y="1742"/>
                    <a:pt x="2855" y="15006"/>
                    <a:pt x="9794" y="26351"/>
                  </a:cubicBezTo>
                  <a:lnTo>
                    <a:pt x="12781" y="24741"/>
                  </a:lnTo>
                  <a:cubicBezTo>
                    <a:pt x="12781" y="24741"/>
                    <a:pt x="4905" y="8228"/>
                    <a:pt x="5168"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864" name="Google Shape;1883;p58"/>
            <p:cNvGrpSpPr/>
            <p:nvPr/>
          </p:nvGrpSpPr>
          <p:grpSpPr>
            <a:xfrm>
              <a:off x="3625920" y="1035720"/>
              <a:ext cx="605520" cy="627840"/>
              <a:chOff x="3625920" y="1035720"/>
              <a:chExt cx="605520" cy="627840"/>
            </a:xfrm>
          </p:grpSpPr>
          <p:sp>
            <p:nvSpPr>
              <p:cNvPr id="865" name="Google Shape;1884;p58"/>
              <p:cNvSpPr/>
              <p:nvPr/>
            </p:nvSpPr>
            <p:spPr>
              <a:xfrm rot="3731400">
                <a:off x="3687120" y="1135440"/>
                <a:ext cx="484200" cy="428040"/>
              </a:xfrm>
              <a:custGeom>
                <a:avLst/>
                <a:gdLst>
                  <a:gd name="textAreaLeft" fmla="*/ 0 w 484200"/>
                  <a:gd name="textAreaRight" fmla="*/ 484560 w 484200"/>
                  <a:gd name="textAreaTop" fmla="*/ 0 h 428040"/>
                  <a:gd name="textAreaBottom" fmla="*/ 428400 h 428040"/>
                </a:gdLst>
                <a:ahLst/>
                <a:cxnLst/>
                <a:rect l="textAreaLeft" t="textAreaTop" r="textAreaRight" b="textAreaBottom"/>
                <a:pathLst>
                  <a:path w="5930" h="5242">
                    <a:moveTo>
                      <a:pt x="2965" y="0"/>
                    </a:moveTo>
                    <a:cubicBezTo>
                      <a:pt x="2151" y="0"/>
                      <a:pt x="1349" y="382"/>
                      <a:pt x="835" y="1090"/>
                    </a:cubicBezTo>
                    <a:cubicBezTo>
                      <a:pt x="1" y="2261"/>
                      <a:pt x="250" y="3901"/>
                      <a:pt x="1421" y="4750"/>
                    </a:cubicBezTo>
                    <a:cubicBezTo>
                      <a:pt x="1885" y="5081"/>
                      <a:pt x="2426" y="5242"/>
                      <a:pt x="2962" y="5242"/>
                    </a:cubicBezTo>
                    <a:cubicBezTo>
                      <a:pt x="3776" y="5242"/>
                      <a:pt x="4577" y="4871"/>
                      <a:pt x="5081" y="4164"/>
                    </a:cubicBezTo>
                    <a:cubicBezTo>
                      <a:pt x="5930" y="2993"/>
                      <a:pt x="5666" y="1339"/>
                      <a:pt x="4495" y="504"/>
                    </a:cubicBezTo>
                    <a:cubicBezTo>
                      <a:pt x="4032" y="163"/>
                      <a:pt x="3496" y="0"/>
                      <a:pt x="2965"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6" name="Google Shape;1885;p58"/>
              <p:cNvSpPr/>
              <p:nvPr/>
            </p:nvSpPr>
            <p:spPr>
              <a:xfrm rot="3731400">
                <a:off x="3650040" y="1401480"/>
                <a:ext cx="89280" cy="108720"/>
              </a:xfrm>
              <a:custGeom>
                <a:avLst/>
                <a:gdLst>
                  <a:gd name="textAreaLeft" fmla="*/ 0 w 89280"/>
                  <a:gd name="textAreaRight" fmla="*/ 89640 w 89280"/>
                  <a:gd name="textAreaTop" fmla="*/ 0 h 108720"/>
                  <a:gd name="textAreaBottom" fmla="*/ 109080 h 108720"/>
                </a:gdLst>
                <a:ahLst/>
                <a:cxnLst/>
                <a:rect l="textAreaLeft" t="textAreaTop" r="textAreaRight" b="textAreaBottom"/>
                <a:pathLst>
                  <a:path w="1099" h="1333">
                    <a:moveTo>
                      <a:pt x="1" y="0"/>
                    </a:moveTo>
                    <a:lnTo>
                      <a:pt x="718" y="1332"/>
                    </a:lnTo>
                    <a:lnTo>
                      <a:pt x="1099" y="117"/>
                    </a:lnTo>
                    <a:lnTo>
                      <a:pt x="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4360" bIns="54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867" name="Google Shape;1886;p58"/>
            <p:cNvSpPr/>
            <p:nvPr/>
          </p:nvSpPr>
          <p:spPr>
            <a:xfrm>
              <a:off x="2889360" y="2234880"/>
              <a:ext cx="157680" cy="174240"/>
            </a:xfrm>
            <a:custGeom>
              <a:avLst/>
              <a:gdLst>
                <a:gd name="textAreaLeft" fmla="*/ 0 w 157680"/>
                <a:gd name="textAreaRight" fmla="*/ 158040 w 157680"/>
                <a:gd name="textAreaTop" fmla="*/ 0 h 174240"/>
                <a:gd name="textAreaBottom" fmla="*/ 174600 h 174240"/>
              </a:gdLst>
              <a:ahLst/>
              <a:cxnLst/>
              <a:rect l="textAreaLeft" t="textAreaTop" r="textAreaRight" b="textAreaBottom"/>
              <a:pathLst>
                <a:path w="1933" h="2135">
                  <a:moveTo>
                    <a:pt x="176" y="45"/>
                  </a:moveTo>
                  <a:cubicBezTo>
                    <a:pt x="176" y="45"/>
                    <a:pt x="165" y="78"/>
                    <a:pt x="157" y="158"/>
                  </a:cubicBezTo>
                  <a:lnTo>
                    <a:pt x="157" y="158"/>
                  </a:lnTo>
                  <a:cubicBezTo>
                    <a:pt x="170" y="84"/>
                    <a:pt x="176" y="45"/>
                    <a:pt x="176" y="45"/>
                  </a:cubicBezTo>
                  <a:close/>
                  <a:moveTo>
                    <a:pt x="157" y="158"/>
                  </a:moveTo>
                  <a:lnTo>
                    <a:pt x="157" y="158"/>
                  </a:lnTo>
                  <a:cubicBezTo>
                    <a:pt x="150" y="195"/>
                    <a:pt x="142" y="240"/>
                    <a:pt x="132" y="294"/>
                  </a:cubicBezTo>
                  <a:cubicBezTo>
                    <a:pt x="107" y="386"/>
                    <a:pt x="87" y="507"/>
                    <a:pt x="68" y="651"/>
                  </a:cubicBezTo>
                  <a:lnTo>
                    <a:pt x="68" y="651"/>
                  </a:lnTo>
                  <a:cubicBezTo>
                    <a:pt x="92" y="539"/>
                    <a:pt x="119" y="443"/>
                    <a:pt x="147" y="367"/>
                  </a:cubicBezTo>
                  <a:cubicBezTo>
                    <a:pt x="147" y="277"/>
                    <a:pt x="151" y="208"/>
                    <a:pt x="157" y="158"/>
                  </a:cubicBezTo>
                  <a:close/>
                  <a:moveTo>
                    <a:pt x="103" y="1"/>
                  </a:moveTo>
                  <a:cubicBezTo>
                    <a:pt x="103" y="1"/>
                    <a:pt x="205" y="15"/>
                    <a:pt x="366" y="45"/>
                  </a:cubicBezTo>
                  <a:cubicBezTo>
                    <a:pt x="542" y="45"/>
                    <a:pt x="776" y="74"/>
                    <a:pt x="1069" y="89"/>
                  </a:cubicBezTo>
                  <a:cubicBezTo>
                    <a:pt x="1230" y="118"/>
                    <a:pt x="1391" y="118"/>
                    <a:pt x="1567" y="133"/>
                  </a:cubicBezTo>
                  <a:cubicBezTo>
                    <a:pt x="1669" y="147"/>
                    <a:pt x="1757" y="147"/>
                    <a:pt x="1787" y="206"/>
                  </a:cubicBezTo>
                  <a:cubicBezTo>
                    <a:pt x="1830" y="264"/>
                    <a:pt x="1830" y="367"/>
                    <a:pt x="1830" y="455"/>
                  </a:cubicBezTo>
                  <a:cubicBezTo>
                    <a:pt x="1816" y="660"/>
                    <a:pt x="1816" y="879"/>
                    <a:pt x="1772" y="1084"/>
                  </a:cubicBezTo>
                  <a:cubicBezTo>
                    <a:pt x="1713" y="1289"/>
                    <a:pt x="1640" y="1509"/>
                    <a:pt x="1479" y="1655"/>
                  </a:cubicBezTo>
                  <a:cubicBezTo>
                    <a:pt x="1318" y="1816"/>
                    <a:pt x="1113" y="1904"/>
                    <a:pt x="908" y="1963"/>
                  </a:cubicBezTo>
                  <a:cubicBezTo>
                    <a:pt x="818" y="1990"/>
                    <a:pt x="722" y="2005"/>
                    <a:pt x="627" y="2005"/>
                  </a:cubicBezTo>
                  <a:cubicBezTo>
                    <a:pt x="520" y="2005"/>
                    <a:pt x="415" y="1987"/>
                    <a:pt x="323" y="1948"/>
                  </a:cubicBezTo>
                  <a:cubicBezTo>
                    <a:pt x="162" y="1845"/>
                    <a:pt x="74" y="1670"/>
                    <a:pt x="59" y="1509"/>
                  </a:cubicBezTo>
                  <a:cubicBezTo>
                    <a:pt x="15" y="1318"/>
                    <a:pt x="30" y="1157"/>
                    <a:pt x="30" y="1011"/>
                  </a:cubicBezTo>
                  <a:cubicBezTo>
                    <a:pt x="42" y="880"/>
                    <a:pt x="55" y="759"/>
                    <a:pt x="68" y="651"/>
                  </a:cubicBezTo>
                  <a:lnTo>
                    <a:pt x="68" y="651"/>
                  </a:lnTo>
                  <a:cubicBezTo>
                    <a:pt x="43" y="776"/>
                    <a:pt x="23" y="922"/>
                    <a:pt x="15" y="1084"/>
                  </a:cubicBezTo>
                  <a:cubicBezTo>
                    <a:pt x="1" y="1231"/>
                    <a:pt x="1" y="1392"/>
                    <a:pt x="15" y="1582"/>
                  </a:cubicBezTo>
                  <a:cubicBezTo>
                    <a:pt x="30" y="1758"/>
                    <a:pt x="118" y="1963"/>
                    <a:pt x="323" y="2065"/>
                  </a:cubicBezTo>
                  <a:cubicBezTo>
                    <a:pt x="425" y="2116"/>
                    <a:pt x="531" y="2135"/>
                    <a:pt x="639" y="2135"/>
                  </a:cubicBezTo>
                  <a:cubicBezTo>
                    <a:pt x="747" y="2135"/>
                    <a:pt x="857" y="2116"/>
                    <a:pt x="967" y="2094"/>
                  </a:cubicBezTo>
                  <a:cubicBezTo>
                    <a:pt x="1186" y="2036"/>
                    <a:pt x="1406" y="1919"/>
                    <a:pt x="1567" y="1758"/>
                  </a:cubicBezTo>
                  <a:cubicBezTo>
                    <a:pt x="1757" y="1582"/>
                    <a:pt x="1845" y="1362"/>
                    <a:pt x="1874" y="1143"/>
                  </a:cubicBezTo>
                  <a:cubicBezTo>
                    <a:pt x="1918" y="923"/>
                    <a:pt x="1918" y="704"/>
                    <a:pt x="1918" y="499"/>
                  </a:cubicBezTo>
                  <a:cubicBezTo>
                    <a:pt x="1918" y="381"/>
                    <a:pt x="1933" y="279"/>
                    <a:pt x="1860" y="191"/>
                  </a:cubicBezTo>
                  <a:cubicBezTo>
                    <a:pt x="1830" y="133"/>
                    <a:pt x="1772" y="89"/>
                    <a:pt x="1713" y="89"/>
                  </a:cubicBezTo>
                  <a:cubicBezTo>
                    <a:pt x="1669" y="74"/>
                    <a:pt x="1611" y="74"/>
                    <a:pt x="1567" y="74"/>
                  </a:cubicBezTo>
                  <a:cubicBezTo>
                    <a:pt x="1391" y="59"/>
                    <a:pt x="1216" y="45"/>
                    <a:pt x="1069" y="45"/>
                  </a:cubicBezTo>
                  <a:cubicBezTo>
                    <a:pt x="776" y="15"/>
                    <a:pt x="542" y="1"/>
                    <a:pt x="366" y="1"/>
                  </a:cubicBezTo>
                  <a:close/>
                </a:path>
              </a:pathLst>
            </a:custGeom>
            <a:solidFill>
              <a:srgbClr val="007373"/>
            </a:solidFill>
            <a:ln w="0">
              <a:noFill/>
            </a:ln>
          </p:spPr>
          <p:style>
            <a:lnRef idx="0">
              <a:scrgbClr r="0" g="0" b="0"/>
            </a:lnRef>
            <a:fillRef idx="0">
              <a:scrgbClr r="0" g="0" b="0"/>
            </a:fillRef>
            <a:effectRef idx="0">
              <a:scrgbClr r="0" g="0" b="0"/>
            </a:effectRef>
            <a:fontRef idx="minor"/>
          </p:style>
          <p:txBody>
            <a:bodyPr tIns="87120" bIns="87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8" name="Google Shape;1887;p58"/>
            <p:cNvSpPr/>
            <p:nvPr/>
          </p:nvSpPr>
          <p:spPr>
            <a:xfrm>
              <a:off x="3597480" y="4427280"/>
              <a:ext cx="372960" cy="139320"/>
            </a:xfrm>
            <a:custGeom>
              <a:avLst/>
              <a:gdLst>
                <a:gd name="textAreaLeft" fmla="*/ 0 w 372960"/>
                <a:gd name="textAreaRight" fmla="*/ 373320 w 372960"/>
                <a:gd name="textAreaTop" fmla="*/ 0 h 139320"/>
                <a:gd name="textAreaBottom" fmla="*/ 139680 h 139320"/>
              </a:gdLst>
              <a:ahLst/>
              <a:cxnLst/>
              <a:rect l="textAreaLeft" t="textAreaTop" r="textAreaRight" b="textAreaBottom"/>
              <a:pathLst>
                <a:path w="4568" h="1709">
                  <a:moveTo>
                    <a:pt x="4071" y="0"/>
                  </a:moveTo>
                  <a:cubicBezTo>
                    <a:pt x="3624" y="0"/>
                    <a:pt x="2987" y="98"/>
                    <a:pt x="2987" y="98"/>
                  </a:cubicBezTo>
                  <a:lnTo>
                    <a:pt x="0" y="1708"/>
                  </a:lnTo>
                  <a:cubicBezTo>
                    <a:pt x="0" y="1708"/>
                    <a:pt x="4568" y="303"/>
                    <a:pt x="4494" y="98"/>
                  </a:cubicBezTo>
                  <a:cubicBezTo>
                    <a:pt x="4470" y="25"/>
                    <a:pt x="4294" y="0"/>
                    <a:pt x="4071"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69840" bIns="69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9" name="Google Shape;1888;p58"/>
            <p:cNvSpPr/>
            <p:nvPr/>
          </p:nvSpPr>
          <p:spPr>
            <a:xfrm>
              <a:off x="3919320" y="1792080"/>
              <a:ext cx="266400" cy="332280"/>
            </a:xfrm>
            <a:custGeom>
              <a:avLst/>
              <a:gdLst>
                <a:gd name="textAreaLeft" fmla="*/ 0 w 266400"/>
                <a:gd name="textAreaRight" fmla="*/ 266760 w 266400"/>
                <a:gd name="textAreaTop" fmla="*/ 0 h 332280"/>
                <a:gd name="textAreaBottom" fmla="*/ 332640 h 332280"/>
              </a:gdLst>
              <a:ahLst/>
              <a:cxnLst/>
              <a:rect l="textAreaLeft" t="textAreaTop" r="textAreaRight" b="textAreaBottom"/>
              <a:pathLst>
                <a:path w="3265" h="4069">
                  <a:moveTo>
                    <a:pt x="1221" y="1"/>
                  </a:moveTo>
                  <a:cubicBezTo>
                    <a:pt x="1045" y="1"/>
                    <a:pt x="0" y="1539"/>
                    <a:pt x="0" y="1539"/>
                  </a:cubicBezTo>
                  <a:cubicBezTo>
                    <a:pt x="0" y="1539"/>
                    <a:pt x="585" y="4068"/>
                    <a:pt x="1060" y="4068"/>
                  </a:cubicBezTo>
                  <a:cubicBezTo>
                    <a:pt x="1077" y="4068"/>
                    <a:pt x="1095" y="4065"/>
                    <a:pt x="1113" y="4057"/>
                  </a:cubicBezTo>
                  <a:cubicBezTo>
                    <a:pt x="1113" y="4057"/>
                    <a:pt x="2913" y="3003"/>
                    <a:pt x="3001" y="2784"/>
                  </a:cubicBezTo>
                  <a:cubicBezTo>
                    <a:pt x="3040" y="2711"/>
                    <a:pt x="2961" y="2686"/>
                    <a:pt x="2837" y="2686"/>
                  </a:cubicBezTo>
                  <a:cubicBezTo>
                    <a:pt x="2590" y="2686"/>
                    <a:pt x="2167" y="2784"/>
                    <a:pt x="2167" y="2784"/>
                  </a:cubicBezTo>
                  <a:cubicBezTo>
                    <a:pt x="2167" y="2784"/>
                    <a:pt x="3089" y="2447"/>
                    <a:pt x="3192" y="2227"/>
                  </a:cubicBezTo>
                  <a:cubicBezTo>
                    <a:pt x="3221" y="2154"/>
                    <a:pt x="3087" y="2130"/>
                    <a:pt x="2897" y="2130"/>
                  </a:cubicBezTo>
                  <a:cubicBezTo>
                    <a:pt x="2515" y="2130"/>
                    <a:pt x="1903" y="2227"/>
                    <a:pt x="1903" y="2227"/>
                  </a:cubicBezTo>
                  <a:cubicBezTo>
                    <a:pt x="1903" y="2227"/>
                    <a:pt x="3265" y="1935"/>
                    <a:pt x="3206" y="1642"/>
                  </a:cubicBezTo>
                  <a:cubicBezTo>
                    <a:pt x="3179" y="1533"/>
                    <a:pt x="2955" y="1499"/>
                    <a:pt x="2684" y="1499"/>
                  </a:cubicBezTo>
                  <a:cubicBezTo>
                    <a:pt x="2223" y="1499"/>
                    <a:pt x="1625" y="1598"/>
                    <a:pt x="1625" y="1598"/>
                  </a:cubicBezTo>
                  <a:cubicBezTo>
                    <a:pt x="1625" y="1598"/>
                    <a:pt x="3162" y="1232"/>
                    <a:pt x="3148" y="895"/>
                  </a:cubicBezTo>
                  <a:cubicBezTo>
                    <a:pt x="3144" y="817"/>
                    <a:pt x="3020" y="787"/>
                    <a:pt x="2834" y="787"/>
                  </a:cubicBezTo>
                  <a:cubicBezTo>
                    <a:pt x="2260" y="787"/>
                    <a:pt x="1098" y="1071"/>
                    <a:pt x="1098" y="1071"/>
                  </a:cubicBezTo>
                  <a:cubicBezTo>
                    <a:pt x="1464" y="573"/>
                    <a:pt x="1376" y="61"/>
                    <a:pt x="1230" y="2"/>
                  </a:cubicBezTo>
                  <a:cubicBezTo>
                    <a:pt x="1227" y="1"/>
                    <a:pt x="1224" y="1"/>
                    <a:pt x="1221" y="1"/>
                  </a:cubicBezTo>
                  <a:close/>
                </a:path>
              </a:pathLst>
            </a:custGeom>
            <a:solidFill>
              <a:srgbClr val="AC6E5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0" name="Google Shape;1889;p58"/>
            <p:cNvSpPr/>
            <p:nvPr/>
          </p:nvSpPr>
          <p:spPr>
            <a:xfrm>
              <a:off x="3142800" y="1507680"/>
              <a:ext cx="866880" cy="787320"/>
            </a:xfrm>
            <a:custGeom>
              <a:avLst/>
              <a:gdLst>
                <a:gd name="textAreaLeft" fmla="*/ 0 w 866880"/>
                <a:gd name="textAreaRight" fmla="*/ 867240 w 866880"/>
                <a:gd name="textAreaTop" fmla="*/ 0 h 787320"/>
                <a:gd name="textAreaBottom" fmla="*/ 787680 h 787320"/>
              </a:gdLst>
              <a:ahLst/>
              <a:cxnLst/>
              <a:rect l="textAreaLeft" t="textAreaTop" r="textAreaRight" b="textAreaBottom"/>
              <a:pathLst>
                <a:path w="10614" h="9637">
                  <a:moveTo>
                    <a:pt x="2591" y="0"/>
                  </a:moveTo>
                  <a:lnTo>
                    <a:pt x="351" y="146"/>
                  </a:lnTo>
                  <a:cubicBezTo>
                    <a:pt x="351" y="146"/>
                    <a:pt x="0" y="2782"/>
                    <a:pt x="761" y="6749"/>
                  </a:cubicBezTo>
                  <a:cubicBezTo>
                    <a:pt x="1201" y="9075"/>
                    <a:pt x="2608" y="9637"/>
                    <a:pt x="3883" y="9637"/>
                  </a:cubicBezTo>
                  <a:cubicBezTo>
                    <a:pt x="4775" y="9637"/>
                    <a:pt x="5602" y="9362"/>
                    <a:pt x="5988" y="9223"/>
                  </a:cubicBezTo>
                  <a:cubicBezTo>
                    <a:pt x="6925" y="8915"/>
                    <a:pt x="10614" y="7569"/>
                    <a:pt x="10614" y="7569"/>
                  </a:cubicBezTo>
                  <a:lnTo>
                    <a:pt x="9501" y="5021"/>
                  </a:lnTo>
                  <a:cubicBezTo>
                    <a:pt x="9501" y="5021"/>
                    <a:pt x="7232" y="5827"/>
                    <a:pt x="4670" y="6383"/>
                  </a:cubicBezTo>
                  <a:cubicBezTo>
                    <a:pt x="4649" y="6387"/>
                    <a:pt x="4628" y="6390"/>
                    <a:pt x="4606" y="6390"/>
                  </a:cubicBezTo>
                  <a:cubicBezTo>
                    <a:pt x="3480" y="6390"/>
                    <a:pt x="2591" y="0"/>
                    <a:pt x="2591"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1" name="Google Shape;1890;p58"/>
            <p:cNvSpPr/>
            <p:nvPr/>
          </p:nvSpPr>
          <p:spPr>
            <a:xfrm>
              <a:off x="2720520" y="1492560"/>
              <a:ext cx="791640" cy="1106280"/>
            </a:xfrm>
            <a:custGeom>
              <a:avLst/>
              <a:gdLst>
                <a:gd name="textAreaLeft" fmla="*/ 0 w 791640"/>
                <a:gd name="textAreaRight" fmla="*/ 792000 w 791640"/>
                <a:gd name="textAreaTop" fmla="*/ 0 h 1106280"/>
                <a:gd name="textAreaBottom" fmla="*/ 1106640 h 1106280"/>
              </a:gdLst>
              <a:ahLst/>
              <a:cxnLst/>
              <a:rect l="textAreaLeft" t="textAreaTop" r="textAreaRight" b="textAreaBottom"/>
              <a:pathLst>
                <a:path w="9692" h="13540">
                  <a:moveTo>
                    <a:pt x="5610" y="0"/>
                  </a:moveTo>
                  <a:cubicBezTo>
                    <a:pt x="4266" y="0"/>
                    <a:pt x="2589" y="122"/>
                    <a:pt x="1699" y="611"/>
                  </a:cubicBezTo>
                  <a:cubicBezTo>
                    <a:pt x="1699" y="611"/>
                    <a:pt x="249" y="1240"/>
                    <a:pt x="0" y="2104"/>
                  </a:cubicBezTo>
                  <a:lnTo>
                    <a:pt x="923" y="8794"/>
                  </a:lnTo>
                  <a:lnTo>
                    <a:pt x="688" y="13010"/>
                  </a:lnTo>
                  <a:cubicBezTo>
                    <a:pt x="688" y="13010"/>
                    <a:pt x="1977" y="13539"/>
                    <a:pt x="3606" y="13539"/>
                  </a:cubicBezTo>
                  <a:cubicBezTo>
                    <a:pt x="4632" y="13539"/>
                    <a:pt x="5793" y="13329"/>
                    <a:pt x="6852" y="12644"/>
                  </a:cubicBezTo>
                  <a:cubicBezTo>
                    <a:pt x="6852" y="12644"/>
                    <a:pt x="8231" y="13098"/>
                    <a:pt x="9118" y="13098"/>
                  </a:cubicBezTo>
                  <a:cubicBezTo>
                    <a:pt x="9357" y="13098"/>
                    <a:pt x="9561" y="13065"/>
                    <a:pt x="9692" y="12981"/>
                  </a:cubicBezTo>
                  <a:lnTo>
                    <a:pt x="8755" y="7711"/>
                  </a:lnTo>
                  <a:cubicBezTo>
                    <a:pt x="8510" y="6084"/>
                    <a:pt x="8279" y="152"/>
                    <a:pt x="7784" y="152"/>
                  </a:cubicBezTo>
                  <a:cubicBezTo>
                    <a:pt x="7776" y="152"/>
                    <a:pt x="7768" y="153"/>
                    <a:pt x="7759" y="157"/>
                  </a:cubicBezTo>
                  <a:cubicBezTo>
                    <a:pt x="7754" y="158"/>
                    <a:pt x="7748" y="159"/>
                    <a:pt x="7743" y="159"/>
                  </a:cubicBezTo>
                  <a:cubicBezTo>
                    <a:pt x="7688" y="159"/>
                    <a:pt x="7622" y="98"/>
                    <a:pt x="7569" y="98"/>
                  </a:cubicBezTo>
                  <a:cubicBezTo>
                    <a:pt x="7350" y="62"/>
                    <a:pt x="6564" y="0"/>
                    <a:pt x="5610"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2" name="Google Shape;1891;p58"/>
            <p:cNvSpPr/>
            <p:nvPr/>
          </p:nvSpPr>
          <p:spPr>
            <a:xfrm>
              <a:off x="2965680" y="1491840"/>
              <a:ext cx="257400" cy="510840"/>
            </a:xfrm>
            <a:custGeom>
              <a:avLst/>
              <a:gdLst>
                <a:gd name="textAreaLeft" fmla="*/ 0 w 257400"/>
                <a:gd name="textAreaRight" fmla="*/ 257760 w 257400"/>
                <a:gd name="textAreaTop" fmla="*/ 0 h 510840"/>
                <a:gd name="textAreaBottom" fmla="*/ 511200 h 510840"/>
              </a:gdLst>
              <a:ahLst/>
              <a:cxnLst/>
              <a:rect l="textAreaLeft" t="textAreaTop" r="textAreaRight" b="textAreaBottom"/>
              <a:pathLst>
                <a:path w="3155" h="6256">
                  <a:moveTo>
                    <a:pt x="2163" y="1"/>
                  </a:moveTo>
                  <a:cubicBezTo>
                    <a:pt x="1406" y="1"/>
                    <a:pt x="422" y="35"/>
                    <a:pt x="0" y="195"/>
                  </a:cubicBezTo>
                  <a:lnTo>
                    <a:pt x="3148" y="6256"/>
                  </a:lnTo>
                  <a:lnTo>
                    <a:pt x="3148" y="19"/>
                  </a:lnTo>
                  <a:cubicBezTo>
                    <a:pt x="3154" y="19"/>
                    <a:pt x="2720" y="1"/>
                    <a:pt x="2163"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3" name="Google Shape;1892;p58"/>
            <p:cNvSpPr/>
            <p:nvPr/>
          </p:nvSpPr>
          <p:spPr>
            <a:xfrm>
              <a:off x="2837880" y="1054080"/>
              <a:ext cx="411120" cy="519480"/>
            </a:xfrm>
            <a:custGeom>
              <a:avLst/>
              <a:gdLst>
                <a:gd name="textAreaLeft" fmla="*/ 0 w 411120"/>
                <a:gd name="textAreaRight" fmla="*/ 411480 w 411120"/>
                <a:gd name="textAreaTop" fmla="*/ 0 h 519480"/>
                <a:gd name="textAreaBottom" fmla="*/ 519840 h 519480"/>
              </a:gdLst>
              <a:ahLst/>
              <a:cxnLst/>
              <a:rect l="textAreaLeft" t="textAreaTop" r="textAreaRight" b="textAreaBottom"/>
              <a:pathLst>
                <a:path w="5036" h="6363">
                  <a:moveTo>
                    <a:pt x="2418" y="1"/>
                  </a:moveTo>
                  <a:cubicBezTo>
                    <a:pt x="2388" y="1"/>
                    <a:pt x="2358" y="1"/>
                    <a:pt x="2328" y="2"/>
                  </a:cubicBezTo>
                  <a:lnTo>
                    <a:pt x="1010" y="31"/>
                  </a:lnTo>
                  <a:cubicBezTo>
                    <a:pt x="1010" y="31"/>
                    <a:pt x="1006" y="31"/>
                    <a:pt x="998" y="31"/>
                  </a:cubicBezTo>
                  <a:cubicBezTo>
                    <a:pt x="902" y="31"/>
                    <a:pt x="249" y="43"/>
                    <a:pt x="249" y="382"/>
                  </a:cubicBezTo>
                  <a:cubicBezTo>
                    <a:pt x="249" y="382"/>
                    <a:pt x="0" y="4818"/>
                    <a:pt x="1391" y="4906"/>
                  </a:cubicBezTo>
                  <a:lnTo>
                    <a:pt x="2254" y="4906"/>
                  </a:lnTo>
                  <a:lnTo>
                    <a:pt x="2254" y="5521"/>
                  </a:lnTo>
                  <a:cubicBezTo>
                    <a:pt x="2254" y="5740"/>
                    <a:pt x="2372" y="5931"/>
                    <a:pt x="2547" y="6048"/>
                  </a:cubicBezTo>
                  <a:cubicBezTo>
                    <a:pt x="2776" y="6197"/>
                    <a:pt x="3121" y="6363"/>
                    <a:pt x="3472" y="6363"/>
                  </a:cubicBezTo>
                  <a:cubicBezTo>
                    <a:pt x="3704" y="6363"/>
                    <a:pt x="3939" y="6290"/>
                    <a:pt x="4143" y="6092"/>
                  </a:cubicBezTo>
                  <a:cubicBezTo>
                    <a:pt x="4363" y="5872"/>
                    <a:pt x="4450" y="5565"/>
                    <a:pt x="4436" y="5243"/>
                  </a:cubicBezTo>
                  <a:lnTo>
                    <a:pt x="4245" y="2886"/>
                  </a:lnTo>
                  <a:cubicBezTo>
                    <a:pt x="4245" y="2886"/>
                    <a:pt x="5036" y="2725"/>
                    <a:pt x="4890" y="1919"/>
                  </a:cubicBezTo>
                  <a:cubicBezTo>
                    <a:pt x="4815" y="1478"/>
                    <a:pt x="4589" y="1350"/>
                    <a:pt x="4355" y="1350"/>
                  </a:cubicBezTo>
                  <a:cubicBezTo>
                    <a:pt x="4038" y="1350"/>
                    <a:pt x="3704" y="1583"/>
                    <a:pt x="3704" y="1583"/>
                  </a:cubicBezTo>
                  <a:lnTo>
                    <a:pt x="3704" y="587"/>
                  </a:lnTo>
                  <a:cubicBezTo>
                    <a:pt x="3704" y="587"/>
                    <a:pt x="3648" y="1"/>
                    <a:pt x="2418" y="1"/>
                  </a:cubicBezTo>
                  <a:close/>
                </a:path>
              </a:pathLst>
            </a:custGeom>
            <a:solidFill>
              <a:srgbClr val="AC6E5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4" name="Google Shape;1893;p58"/>
            <p:cNvSpPr/>
            <p:nvPr/>
          </p:nvSpPr>
          <p:spPr>
            <a:xfrm>
              <a:off x="2921400" y="1224000"/>
              <a:ext cx="21240" cy="106200"/>
            </a:xfrm>
            <a:custGeom>
              <a:avLst/>
              <a:gdLst>
                <a:gd name="textAreaLeft" fmla="*/ 0 w 21240"/>
                <a:gd name="textAreaRight" fmla="*/ 21600 w 21240"/>
                <a:gd name="textAreaTop" fmla="*/ 0 h 106200"/>
                <a:gd name="textAreaBottom" fmla="*/ 106560 h 106200"/>
              </a:gdLst>
              <a:ahLst/>
              <a:cxnLst/>
              <a:rect l="textAreaLeft" t="textAreaTop" r="textAreaRight" b="textAreaBottom"/>
              <a:pathLst>
                <a:path w="265" h="1304">
                  <a:moveTo>
                    <a:pt x="59" y="0"/>
                  </a:moveTo>
                  <a:cubicBezTo>
                    <a:pt x="45" y="0"/>
                    <a:pt x="30" y="308"/>
                    <a:pt x="1" y="689"/>
                  </a:cubicBezTo>
                  <a:lnTo>
                    <a:pt x="1" y="967"/>
                  </a:lnTo>
                  <a:cubicBezTo>
                    <a:pt x="1" y="1054"/>
                    <a:pt x="30" y="1157"/>
                    <a:pt x="59" y="1201"/>
                  </a:cubicBezTo>
                  <a:cubicBezTo>
                    <a:pt x="103" y="1274"/>
                    <a:pt x="176" y="1303"/>
                    <a:pt x="206" y="1303"/>
                  </a:cubicBezTo>
                  <a:cubicBezTo>
                    <a:pt x="235" y="1303"/>
                    <a:pt x="264" y="1274"/>
                    <a:pt x="264" y="1274"/>
                  </a:cubicBezTo>
                  <a:cubicBezTo>
                    <a:pt x="264" y="1259"/>
                    <a:pt x="250" y="1259"/>
                    <a:pt x="206" y="1259"/>
                  </a:cubicBezTo>
                  <a:cubicBezTo>
                    <a:pt x="191" y="1259"/>
                    <a:pt x="133" y="1245"/>
                    <a:pt x="118" y="1186"/>
                  </a:cubicBezTo>
                  <a:cubicBezTo>
                    <a:pt x="59" y="1098"/>
                    <a:pt x="103" y="923"/>
                    <a:pt x="103" y="718"/>
                  </a:cubicBezTo>
                  <a:cubicBezTo>
                    <a:pt x="103" y="337"/>
                    <a:pt x="74" y="0"/>
                    <a:pt x="5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3280" bIns="53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5" name="Google Shape;1894;p58"/>
            <p:cNvSpPr/>
            <p:nvPr/>
          </p:nvSpPr>
          <p:spPr>
            <a:xfrm>
              <a:off x="2999160" y="1227240"/>
              <a:ext cx="7920" cy="26640"/>
            </a:xfrm>
            <a:custGeom>
              <a:avLst/>
              <a:gdLst>
                <a:gd name="textAreaLeft" fmla="*/ 0 w 7920"/>
                <a:gd name="textAreaRight" fmla="*/ 8280 w 7920"/>
                <a:gd name="textAreaTop" fmla="*/ 0 h 26640"/>
                <a:gd name="textAreaBottom" fmla="*/ 27000 h 26640"/>
              </a:gdLst>
              <a:ahLst/>
              <a:cxnLst/>
              <a:rect l="textAreaLeft" t="textAreaTop" r="textAreaRight" b="textAreaBottom"/>
              <a:pathLst>
                <a:path w="103" h="330">
                  <a:moveTo>
                    <a:pt x="51" y="1"/>
                  </a:moveTo>
                  <a:cubicBezTo>
                    <a:pt x="32" y="1"/>
                    <a:pt x="0" y="69"/>
                    <a:pt x="0" y="168"/>
                  </a:cubicBezTo>
                  <a:cubicBezTo>
                    <a:pt x="0" y="256"/>
                    <a:pt x="30" y="329"/>
                    <a:pt x="44" y="329"/>
                  </a:cubicBezTo>
                  <a:cubicBezTo>
                    <a:pt x="59" y="329"/>
                    <a:pt x="103" y="256"/>
                    <a:pt x="103" y="168"/>
                  </a:cubicBezTo>
                  <a:cubicBezTo>
                    <a:pt x="103" y="81"/>
                    <a:pt x="74" y="7"/>
                    <a:pt x="59" y="7"/>
                  </a:cubicBezTo>
                  <a:cubicBezTo>
                    <a:pt x="57" y="3"/>
                    <a:pt x="54" y="1"/>
                    <a:pt x="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6" name="Google Shape;1895;p58"/>
            <p:cNvSpPr/>
            <p:nvPr/>
          </p:nvSpPr>
          <p:spPr>
            <a:xfrm>
              <a:off x="2883240" y="1224000"/>
              <a:ext cx="6840" cy="27360"/>
            </a:xfrm>
            <a:custGeom>
              <a:avLst/>
              <a:gdLst>
                <a:gd name="textAreaLeft" fmla="*/ 0 w 6840"/>
                <a:gd name="textAreaRight" fmla="*/ 7200 w 6840"/>
                <a:gd name="textAreaTop" fmla="*/ 0 h 27360"/>
                <a:gd name="textAreaBottom" fmla="*/ 27720 h 27360"/>
              </a:gdLst>
              <a:ahLst/>
              <a:cxnLst/>
              <a:rect l="textAreaLeft" t="textAreaTop" r="textAreaRight" b="textAreaBottom"/>
              <a:pathLst>
                <a:path w="89" h="338">
                  <a:moveTo>
                    <a:pt x="59" y="0"/>
                  </a:moveTo>
                  <a:cubicBezTo>
                    <a:pt x="15" y="0"/>
                    <a:pt x="0" y="74"/>
                    <a:pt x="0" y="161"/>
                  </a:cubicBezTo>
                  <a:cubicBezTo>
                    <a:pt x="0" y="264"/>
                    <a:pt x="15" y="337"/>
                    <a:pt x="30" y="337"/>
                  </a:cubicBezTo>
                  <a:cubicBezTo>
                    <a:pt x="59" y="337"/>
                    <a:pt x="88" y="264"/>
                    <a:pt x="88" y="161"/>
                  </a:cubicBezTo>
                  <a:cubicBezTo>
                    <a:pt x="88" y="74"/>
                    <a:pt x="74" y="0"/>
                    <a:pt x="5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7" name="Google Shape;1896;p58"/>
            <p:cNvSpPr/>
            <p:nvPr/>
          </p:nvSpPr>
          <p:spPr>
            <a:xfrm>
              <a:off x="3019680" y="1414440"/>
              <a:ext cx="63000" cy="113400"/>
            </a:xfrm>
            <a:custGeom>
              <a:avLst/>
              <a:gdLst>
                <a:gd name="textAreaLeft" fmla="*/ 0 w 63000"/>
                <a:gd name="textAreaRight" fmla="*/ 63360 w 63000"/>
                <a:gd name="textAreaTop" fmla="*/ 0 h 113400"/>
                <a:gd name="textAreaBottom" fmla="*/ 113760 h 113400"/>
              </a:gdLst>
              <a:ahLst/>
              <a:cxnLst/>
              <a:rect l="textAreaLeft" t="textAreaTop" r="textAreaRight" b="textAreaBottom"/>
              <a:pathLst>
                <a:path w="777" h="1391">
                  <a:moveTo>
                    <a:pt x="761" y="0"/>
                  </a:moveTo>
                  <a:lnTo>
                    <a:pt x="761" y="0"/>
                  </a:lnTo>
                  <a:cubicBezTo>
                    <a:pt x="586" y="220"/>
                    <a:pt x="322" y="395"/>
                    <a:pt x="29" y="469"/>
                  </a:cubicBezTo>
                  <a:cubicBezTo>
                    <a:pt x="15" y="761"/>
                    <a:pt x="0" y="966"/>
                    <a:pt x="29" y="1201"/>
                  </a:cubicBezTo>
                  <a:cubicBezTo>
                    <a:pt x="29" y="1230"/>
                    <a:pt x="73" y="1376"/>
                    <a:pt x="73" y="1391"/>
                  </a:cubicBezTo>
                  <a:cubicBezTo>
                    <a:pt x="73" y="1391"/>
                    <a:pt x="191" y="1332"/>
                    <a:pt x="264" y="1303"/>
                  </a:cubicBezTo>
                  <a:cubicBezTo>
                    <a:pt x="483" y="1186"/>
                    <a:pt x="630" y="966"/>
                    <a:pt x="703" y="732"/>
                  </a:cubicBezTo>
                  <a:cubicBezTo>
                    <a:pt x="776" y="498"/>
                    <a:pt x="776" y="234"/>
                    <a:pt x="761"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56880" bIns="56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8" name="Google Shape;1897;p58"/>
            <p:cNvSpPr/>
            <p:nvPr/>
          </p:nvSpPr>
          <p:spPr>
            <a:xfrm>
              <a:off x="3148920" y="1194480"/>
              <a:ext cx="53640" cy="74520"/>
            </a:xfrm>
            <a:custGeom>
              <a:avLst/>
              <a:gdLst>
                <a:gd name="textAreaLeft" fmla="*/ 0 w 53640"/>
                <a:gd name="textAreaRight" fmla="*/ 54000 w 53640"/>
                <a:gd name="textAreaTop" fmla="*/ 0 h 74520"/>
                <a:gd name="textAreaBottom" fmla="*/ 74880 h 74520"/>
              </a:gdLst>
              <a:ahLst/>
              <a:cxnLst/>
              <a:rect l="textAreaLeft" t="textAreaTop" r="textAreaRight" b="textAreaBottom"/>
              <a:pathLst>
                <a:path w="660" h="917">
                  <a:moveTo>
                    <a:pt x="563" y="1"/>
                  </a:moveTo>
                  <a:cubicBezTo>
                    <a:pt x="534" y="1"/>
                    <a:pt x="478" y="14"/>
                    <a:pt x="410" y="53"/>
                  </a:cubicBezTo>
                  <a:cubicBezTo>
                    <a:pt x="293" y="112"/>
                    <a:pt x="176" y="199"/>
                    <a:pt x="73" y="375"/>
                  </a:cubicBezTo>
                  <a:lnTo>
                    <a:pt x="0" y="521"/>
                  </a:lnTo>
                  <a:lnTo>
                    <a:pt x="147" y="434"/>
                  </a:lnTo>
                  <a:cubicBezTo>
                    <a:pt x="156" y="429"/>
                    <a:pt x="166" y="424"/>
                    <a:pt x="176" y="419"/>
                  </a:cubicBezTo>
                  <a:lnTo>
                    <a:pt x="176" y="419"/>
                  </a:lnTo>
                  <a:lnTo>
                    <a:pt x="176" y="419"/>
                  </a:lnTo>
                  <a:cubicBezTo>
                    <a:pt x="176" y="419"/>
                    <a:pt x="176" y="419"/>
                    <a:pt x="176" y="418"/>
                  </a:cubicBezTo>
                  <a:lnTo>
                    <a:pt x="176" y="418"/>
                  </a:lnTo>
                  <a:cubicBezTo>
                    <a:pt x="229" y="391"/>
                    <a:pt x="288" y="358"/>
                    <a:pt x="337" y="346"/>
                  </a:cubicBezTo>
                  <a:cubicBezTo>
                    <a:pt x="348" y="344"/>
                    <a:pt x="359" y="343"/>
                    <a:pt x="369" y="343"/>
                  </a:cubicBezTo>
                  <a:cubicBezTo>
                    <a:pt x="443" y="343"/>
                    <a:pt x="504" y="388"/>
                    <a:pt x="542" y="478"/>
                  </a:cubicBezTo>
                  <a:cubicBezTo>
                    <a:pt x="571" y="565"/>
                    <a:pt x="557" y="653"/>
                    <a:pt x="513" y="712"/>
                  </a:cubicBezTo>
                  <a:cubicBezTo>
                    <a:pt x="439" y="844"/>
                    <a:pt x="352" y="887"/>
                    <a:pt x="366" y="917"/>
                  </a:cubicBezTo>
                  <a:cubicBezTo>
                    <a:pt x="366" y="917"/>
                    <a:pt x="469" y="873"/>
                    <a:pt x="571" y="726"/>
                  </a:cubicBezTo>
                  <a:cubicBezTo>
                    <a:pt x="630" y="653"/>
                    <a:pt x="659" y="551"/>
                    <a:pt x="630" y="434"/>
                  </a:cubicBezTo>
                  <a:cubicBezTo>
                    <a:pt x="615" y="375"/>
                    <a:pt x="571" y="331"/>
                    <a:pt x="513" y="287"/>
                  </a:cubicBezTo>
                  <a:cubicBezTo>
                    <a:pt x="482" y="267"/>
                    <a:pt x="436" y="246"/>
                    <a:pt x="386" y="246"/>
                  </a:cubicBezTo>
                  <a:cubicBezTo>
                    <a:pt x="365" y="246"/>
                    <a:pt x="344" y="249"/>
                    <a:pt x="322" y="258"/>
                  </a:cubicBezTo>
                  <a:cubicBezTo>
                    <a:pt x="303" y="261"/>
                    <a:pt x="284" y="265"/>
                    <a:pt x="267" y="271"/>
                  </a:cubicBezTo>
                  <a:lnTo>
                    <a:pt x="267" y="271"/>
                  </a:lnTo>
                  <a:cubicBezTo>
                    <a:pt x="323" y="196"/>
                    <a:pt x="384" y="139"/>
                    <a:pt x="439" y="112"/>
                  </a:cubicBezTo>
                  <a:cubicBezTo>
                    <a:pt x="542" y="53"/>
                    <a:pt x="586" y="38"/>
                    <a:pt x="586" y="9"/>
                  </a:cubicBezTo>
                  <a:cubicBezTo>
                    <a:pt x="586" y="4"/>
                    <a:pt x="578" y="1"/>
                    <a:pt x="56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7440" bIns="37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9" name="Google Shape;1898;p58"/>
            <p:cNvSpPr/>
            <p:nvPr/>
          </p:nvSpPr>
          <p:spPr>
            <a:xfrm>
              <a:off x="2933640" y="1324440"/>
              <a:ext cx="64440" cy="50760"/>
            </a:xfrm>
            <a:custGeom>
              <a:avLst/>
              <a:gdLst>
                <a:gd name="textAreaLeft" fmla="*/ 0 w 64440"/>
                <a:gd name="textAreaRight" fmla="*/ 64800 w 64440"/>
                <a:gd name="textAreaTop" fmla="*/ 0 h 50760"/>
                <a:gd name="textAreaBottom" fmla="*/ 51120 h 50760"/>
              </a:gdLst>
              <a:ahLst/>
              <a:cxnLst/>
              <a:rect l="textAreaLeft" t="textAreaTop" r="textAreaRight" b="textAreaBottom"/>
              <a:pathLst>
                <a:path w="791" h="625">
                  <a:moveTo>
                    <a:pt x="747" y="0"/>
                  </a:moveTo>
                  <a:cubicBezTo>
                    <a:pt x="732" y="0"/>
                    <a:pt x="732" y="59"/>
                    <a:pt x="703" y="147"/>
                  </a:cubicBezTo>
                  <a:cubicBezTo>
                    <a:pt x="659" y="234"/>
                    <a:pt x="600" y="352"/>
                    <a:pt x="498" y="439"/>
                  </a:cubicBezTo>
                  <a:cubicBezTo>
                    <a:pt x="395" y="513"/>
                    <a:pt x="264" y="542"/>
                    <a:pt x="161" y="542"/>
                  </a:cubicBezTo>
                  <a:cubicBezTo>
                    <a:pt x="93" y="542"/>
                    <a:pt x="44" y="535"/>
                    <a:pt x="19" y="535"/>
                  </a:cubicBezTo>
                  <a:cubicBezTo>
                    <a:pt x="7" y="535"/>
                    <a:pt x="0" y="537"/>
                    <a:pt x="0" y="542"/>
                  </a:cubicBezTo>
                  <a:cubicBezTo>
                    <a:pt x="0" y="571"/>
                    <a:pt x="59" y="600"/>
                    <a:pt x="161" y="615"/>
                  </a:cubicBezTo>
                  <a:cubicBezTo>
                    <a:pt x="183" y="621"/>
                    <a:pt x="207" y="624"/>
                    <a:pt x="232" y="624"/>
                  </a:cubicBezTo>
                  <a:cubicBezTo>
                    <a:pt x="330" y="624"/>
                    <a:pt x="452" y="582"/>
                    <a:pt x="556" y="513"/>
                  </a:cubicBezTo>
                  <a:cubicBezTo>
                    <a:pt x="703" y="395"/>
                    <a:pt x="747" y="278"/>
                    <a:pt x="776" y="161"/>
                  </a:cubicBezTo>
                  <a:cubicBezTo>
                    <a:pt x="791" y="59"/>
                    <a:pt x="776" y="0"/>
                    <a:pt x="747"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0" name="Google Shape;1899;p58"/>
            <p:cNvSpPr/>
            <p:nvPr/>
          </p:nvSpPr>
          <p:spPr>
            <a:xfrm>
              <a:off x="2980080" y="1317600"/>
              <a:ext cx="33120" cy="20880"/>
            </a:xfrm>
            <a:custGeom>
              <a:avLst/>
              <a:gdLst>
                <a:gd name="textAreaLeft" fmla="*/ 0 w 33120"/>
                <a:gd name="textAreaRight" fmla="*/ 33480 w 33120"/>
                <a:gd name="textAreaTop" fmla="*/ 0 h 20880"/>
                <a:gd name="textAreaBottom" fmla="*/ 21240 h 20880"/>
              </a:gdLst>
              <a:ahLst/>
              <a:cxnLst/>
              <a:rect l="textAreaLeft" t="textAreaTop" r="textAreaRight" b="textAreaBottom"/>
              <a:pathLst>
                <a:path w="411" h="262">
                  <a:moveTo>
                    <a:pt x="127" y="1"/>
                  </a:moveTo>
                  <a:cubicBezTo>
                    <a:pt x="109" y="1"/>
                    <a:pt x="90" y="4"/>
                    <a:pt x="73" y="13"/>
                  </a:cubicBezTo>
                  <a:cubicBezTo>
                    <a:pt x="15" y="13"/>
                    <a:pt x="0" y="28"/>
                    <a:pt x="0" y="42"/>
                  </a:cubicBezTo>
                  <a:cubicBezTo>
                    <a:pt x="0" y="86"/>
                    <a:pt x="117" y="72"/>
                    <a:pt x="220" y="115"/>
                  </a:cubicBezTo>
                  <a:cubicBezTo>
                    <a:pt x="308" y="174"/>
                    <a:pt x="366" y="262"/>
                    <a:pt x="381" y="262"/>
                  </a:cubicBezTo>
                  <a:cubicBezTo>
                    <a:pt x="410" y="262"/>
                    <a:pt x="410" y="247"/>
                    <a:pt x="381" y="189"/>
                  </a:cubicBezTo>
                  <a:cubicBezTo>
                    <a:pt x="366" y="130"/>
                    <a:pt x="322" y="86"/>
                    <a:pt x="249" y="42"/>
                  </a:cubicBezTo>
                  <a:cubicBezTo>
                    <a:pt x="218" y="22"/>
                    <a:pt x="172" y="1"/>
                    <a:pt x="12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1" name="Google Shape;1900;p58"/>
            <p:cNvSpPr/>
            <p:nvPr/>
          </p:nvSpPr>
          <p:spPr>
            <a:xfrm>
              <a:off x="2776680" y="2518560"/>
              <a:ext cx="744840" cy="83520"/>
            </a:xfrm>
            <a:custGeom>
              <a:avLst/>
              <a:gdLst>
                <a:gd name="textAreaLeft" fmla="*/ 0 w 744840"/>
                <a:gd name="textAreaRight" fmla="*/ 745200 w 744840"/>
                <a:gd name="textAreaTop" fmla="*/ 0 h 83520"/>
                <a:gd name="textAreaBottom" fmla="*/ 83880 h 83520"/>
              </a:gdLst>
              <a:ahLst/>
              <a:cxnLst/>
              <a:rect l="textAreaLeft" t="textAreaTop" r="textAreaRight" b="textAreaBottom"/>
              <a:pathLst>
                <a:path w="9121" h="1027">
                  <a:moveTo>
                    <a:pt x="6149" y="0"/>
                  </a:moveTo>
                  <a:lnTo>
                    <a:pt x="6134" y="30"/>
                  </a:lnTo>
                  <a:cubicBezTo>
                    <a:pt x="5768" y="396"/>
                    <a:pt x="5241" y="630"/>
                    <a:pt x="4670" y="762"/>
                  </a:cubicBezTo>
                  <a:cubicBezTo>
                    <a:pt x="4144" y="893"/>
                    <a:pt x="3637" y="927"/>
                    <a:pt x="3158" y="927"/>
                  </a:cubicBezTo>
                  <a:cubicBezTo>
                    <a:pt x="3051" y="927"/>
                    <a:pt x="2945" y="925"/>
                    <a:pt x="2840" y="923"/>
                  </a:cubicBezTo>
                  <a:cubicBezTo>
                    <a:pt x="2270" y="893"/>
                    <a:pt x="1772" y="791"/>
                    <a:pt x="1362" y="703"/>
                  </a:cubicBezTo>
                  <a:cubicBezTo>
                    <a:pt x="937" y="615"/>
                    <a:pt x="601" y="498"/>
                    <a:pt x="366" y="454"/>
                  </a:cubicBezTo>
                  <a:cubicBezTo>
                    <a:pt x="264" y="410"/>
                    <a:pt x="161" y="396"/>
                    <a:pt x="88" y="366"/>
                  </a:cubicBezTo>
                  <a:cubicBezTo>
                    <a:pt x="44" y="352"/>
                    <a:pt x="0" y="352"/>
                    <a:pt x="0" y="352"/>
                  </a:cubicBezTo>
                  <a:lnTo>
                    <a:pt x="0" y="352"/>
                  </a:lnTo>
                  <a:cubicBezTo>
                    <a:pt x="0" y="352"/>
                    <a:pt x="44" y="366"/>
                    <a:pt x="88" y="396"/>
                  </a:cubicBezTo>
                  <a:cubicBezTo>
                    <a:pt x="147" y="410"/>
                    <a:pt x="235" y="454"/>
                    <a:pt x="352" y="484"/>
                  </a:cubicBezTo>
                  <a:cubicBezTo>
                    <a:pt x="586" y="571"/>
                    <a:pt x="923" y="659"/>
                    <a:pt x="1333" y="776"/>
                  </a:cubicBezTo>
                  <a:cubicBezTo>
                    <a:pt x="1757" y="864"/>
                    <a:pt x="2270" y="981"/>
                    <a:pt x="2840" y="1011"/>
                  </a:cubicBezTo>
                  <a:cubicBezTo>
                    <a:pt x="2980" y="1021"/>
                    <a:pt x="3124" y="1027"/>
                    <a:pt x="3270" y="1027"/>
                  </a:cubicBezTo>
                  <a:cubicBezTo>
                    <a:pt x="3721" y="1027"/>
                    <a:pt x="4199" y="975"/>
                    <a:pt x="4685" y="864"/>
                  </a:cubicBezTo>
                  <a:cubicBezTo>
                    <a:pt x="5247" y="734"/>
                    <a:pt x="5780" y="491"/>
                    <a:pt x="6174" y="135"/>
                  </a:cubicBezTo>
                  <a:lnTo>
                    <a:pt x="6174" y="135"/>
                  </a:lnTo>
                  <a:cubicBezTo>
                    <a:pt x="6919" y="458"/>
                    <a:pt x="7614" y="650"/>
                    <a:pt x="8135" y="650"/>
                  </a:cubicBezTo>
                  <a:cubicBezTo>
                    <a:pt x="8187" y="650"/>
                    <a:pt x="8238" y="648"/>
                    <a:pt x="8286" y="645"/>
                  </a:cubicBezTo>
                  <a:cubicBezTo>
                    <a:pt x="8579" y="630"/>
                    <a:pt x="8784" y="542"/>
                    <a:pt x="8916" y="469"/>
                  </a:cubicBezTo>
                  <a:cubicBezTo>
                    <a:pt x="8974" y="454"/>
                    <a:pt x="9018" y="410"/>
                    <a:pt x="9062" y="396"/>
                  </a:cubicBezTo>
                  <a:cubicBezTo>
                    <a:pt x="9092" y="366"/>
                    <a:pt x="9121" y="352"/>
                    <a:pt x="9121" y="352"/>
                  </a:cubicBezTo>
                  <a:cubicBezTo>
                    <a:pt x="9092" y="352"/>
                    <a:pt x="9048" y="396"/>
                    <a:pt x="8901" y="410"/>
                  </a:cubicBezTo>
                  <a:cubicBezTo>
                    <a:pt x="8769" y="484"/>
                    <a:pt x="8564" y="557"/>
                    <a:pt x="8286" y="571"/>
                  </a:cubicBezTo>
                  <a:cubicBezTo>
                    <a:pt x="8267" y="572"/>
                    <a:pt x="8247" y="572"/>
                    <a:pt x="8227" y="572"/>
                  </a:cubicBezTo>
                  <a:cubicBezTo>
                    <a:pt x="7691" y="572"/>
                    <a:pt x="6968" y="383"/>
                    <a:pt x="6164" y="30"/>
                  </a:cubicBezTo>
                  <a:lnTo>
                    <a:pt x="6149" y="0"/>
                  </a:ln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41760" bIns="41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2" name="Google Shape;1901;p58"/>
            <p:cNvSpPr/>
            <p:nvPr/>
          </p:nvSpPr>
          <p:spPr>
            <a:xfrm>
              <a:off x="3225600" y="1989720"/>
              <a:ext cx="57240" cy="536760"/>
            </a:xfrm>
            <a:custGeom>
              <a:avLst/>
              <a:gdLst>
                <a:gd name="textAreaLeft" fmla="*/ 0 w 57240"/>
                <a:gd name="textAreaRight" fmla="*/ 57600 w 57240"/>
                <a:gd name="textAreaTop" fmla="*/ 0 h 536760"/>
                <a:gd name="textAreaBottom" fmla="*/ 537120 h 536760"/>
              </a:gdLst>
              <a:ahLst/>
              <a:cxnLst/>
              <a:rect l="textAreaLeft" t="textAreaTop" r="textAreaRight" b="textAreaBottom"/>
              <a:pathLst>
                <a:path w="703" h="6574">
                  <a:moveTo>
                    <a:pt x="0" y="1"/>
                  </a:moveTo>
                  <a:cubicBezTo>
                    <a:pt x="0" y="1"/>
                    <a:pt x="0" y="89"/>
                    <a:pt x="15" y="250"/>
                  </a:cubicBezTo>
                  <a:cubicBezTo>
                    <a:pt x="44" y="440"/>
                    <a:pt x="59" y="660"/>
                    <a:pt x="88" y="952"/>
                  </a:cubicBezTo>
                  <a:cubicBezTo>
                    <a:pt x="147" y="1553"/>
                    <a:pt x="249" y="2358"/>
                    <a:pt x="352" y="3280"/>
                  </a:cubicBezTo>
                  <a:cubicBezTo>
                    <a:pt x="439" y="4173"/>
                    <a:pt x="513" y="4993"/>
                    <a:pt x="571" y="5593"/>
                  </a:cubicBezTo>
                  <a:cubicBezTo>
                    <a:pt x="600" y="5886"/>
                    <a:pt x="615" y="6135"/>
                    <a:pt x="644" y="6310"/>
                  </a:cubicBezTo>
                  <a:cubicBezTo>
                    <a:pt x="659" y="6471"/>
                    <a:pt x="674" y="6574"/>
                    <a:pt x="674" y="6574"/>
                  </a:cubicBezTo>
                  <a:cubicBezTo>
                    <a:pt x="674" y="6574"/>
                    <a:pt x="674" y="6471"/>
                    <a:pt x="703" y="6310"/>
                  </a:cubicBezTo>
                  <a:cubicBezTo>
                    <a:pt x="703" y="6149"/>
                    <a:pt x="674" y="5886"/>
                    <a:pt x="659" y="5593"/>
                  </a:cubicBezTo>
                  <a:cubicBezTo>
                    <a:pt x="615" y="5007"/>
                    <a:pt x="542" y="4188"/>
                    <a:pt x="454" y="3280"/>
                  </a:cubicBezTo>
                  <a:cubicBezTo>
                    <a:pt x="366" y="2358"/>
                    <a:pt x="249" y="1538"/>
                    <a:pt x="161" y="952"/>
                  </a:cubicBezTo>
                  <a:cubicBezTo>
                    <a:pt x="132" y="660"/>
                    <a:pt x="88" y="425"/>
                    <a:pt x="59" y="250"/>
                  </a:cubicBezTo>
                  <a:cubicBezTo>
                    <a:pt x="15" y="89"/>
                    <a:pt x="0" y="1"/>
                    <a:pt x="0" y="1"/>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3" name="Google Shape;1902;p58"/>
            <p:cNvSpPr/>
            <p:nvPr/>
          </p:nvSpPr>
          <p:spPr>
            <a:xfrm>
              <a:off x="3224160" y="1493280"/>
              <a:ext cx="79920" cy="411120"/>
            </a:xfrm>
            <a:custGeom>
              <a:avLst/>
              <a:gdLst>
                <a:gd name="textAreaLeft" fmla="*/ 0 w 79920"/>
                <a:gd name="textAreaRight" fmla="*/ 80280 w 79920"/>
                <a:gd name="textAreaTop" fmla="*/ 0 h 411120"/>
                <a:gd name="textAreaBottom" fmla="*/ 411480 h 411120"/>
              </a:gdLst>
              <a:ahLst/>
              <a:cxnLst/>
              <a:rect l="textAreaLeft" t="textAreaTop" r="textAreaRight" b="textAreaBottom"/>
              <a:pathLst>
                <a:path w="982" h="5037">
                  <a:moveTo>
                    <a:pt x="1" y="0"/>
                  </a:moveTo>
                  <a:lnTo>
                    <a:pt x="1" y="5036"/>
                  </a:lnTo>
                  <a:cubicBezTo>
                    <a:pt x="1" y="5036"/>
                    <a:pt x="981" y="2094"/>
                    <a:pt x="762" y="1552"/>
                  </a:cubicBezTo>
                  <a:cubicBezTo>
                    <a:pt x="557" y="1025"/>
                    <a:pt x="1" y="0"/>
                    <a:pt x="1"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4" name="Google Shape;1903;p58"/>
            <p:cNvSpPr/>
            <p:nvPr/>
          </p:nvSpPr>
          <p:spPr>
            <a:xfrm>
              <a:off x="2920320" y="1507680"/>
              <a:ext cx="258120" cy="410040"/>
            </a:xfrm>
            <a:custGeom>
              <a:avLst/>
              <a:gdLst>
                <a:gd name="textAreaLeft" fmla="*/ 0 w 258120"/>
                <a:gd name="textAreaRight" fmla="*/ 258480 w 258120"/>
                <a:gd name="textAreaTop" fmla="*/ 0 h 410040"/>
                <a:gd name="textAreaBottom" fmla="*/ 410400 h 410040"/>
              </a:gdLst>
              <a:ahLst/>
              <a:cxnLst/>
              <a:rect l="textAreaLeft" t="textAreaTop" r="textAreaRight" b="textAreaBottom"/>
              <a:pathLst>
                <a:path w="3163" h="5022">
                  <a:moveTo>
                    <a:pt x="556" y="0"/>
                  </a:moveTo>
                  <a:cubicBezTo>
                    <a:pt x="439" y="29"/>
                    <a:pt x="0" y="1815"/>
                    <a:pt x="454" y="2328"/>
                  </a:cubicBezTo>
                  <a:cubicBezTo>
                    <a:pt x="966" y="2913"/>
                    <a:pt x="3162" y="5021"/>
                    <a:pt x="3162" y="5021"/>
                  </a:cubicBezTo>
                  <a:lnTo>
                    <a:pt x="556"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5" name="Google Shape;1904;p58"/>
            <p:cNvSpPr/>
            <p:nvPr/>
          </p:nvSpPr>
          <p:spPr>
            <a:xfrm>
              <a:off x="2884320" y="2637000"/>
              <a:ext cx="167400" cy="119880"/>
            </a:xfrm>
            <a:custGeom>
              <a:avLst/>
              <a:gdLst>
                <a:gd name="textAreaLeft" fmla="*/ 0 w 167400"/>
                <a:gd name="textAreaRight" fmla="*/ 167760 w 167400"/>
                <a:gd name="textAreaTop" fmla="*/ 0 h 119880"/>
                <a:gd name="textAreaBottom" fmla="*/ 120240 h 119880"/>
              </a:gdLst>
              <a:ahLst/>
              <a:cxnLst/>
              <a:rect l="textAreaLeft" t="textAreaTop" r="textAreaRight" b="textAreaBottom"/>
              <a:pathLst>
                <a:path w="2051" h="1470">
                  <a:moveTo>
                    <a:pt x="2035" y="0"/>
                  </a:moveTo>
                  <a:cubicBezTo>
                    <a:pt x="2012" y="0"/>
                    <a:pt x="1691" y="490"/>
                    <a:pt x="1143" y="879"/>
                  </a:cubicBezTo>
                  <a:cubicBezTo>
                    <a:pt x="572" y="1289"/>
                    <a:pt x="1" y="1435"/>
                    <a:pt x="16" y="1465"/>
                  </a:cubicBezTo>
                  <a:cubicBezTo>
                    <a:pt x="16" y="1468"/>
                    <a:pt x="22" y="1470"/>
                    <a:pt x="35" y="1470"/>
                  </a:cubicBezTo>
                  <a:cubicBezTo>
                    <a:pt x="79" y="1470"/>
                    <a:pt x="197" y="1448"/>
                    <a:pt x="367" y="1391"/>
                  </a:cubicBezTo>
                  <a:cubicBezTo>
                    <a:pt x="587" y="1318"/>
                    <a:pt x="879" y="1172"/>
                    <a:pt x="1172" y="982"/>
                  </a:cubicBezTo>
                  <a:cubicBezTo>
                    <a:pt x="1465" y="762"/>
                    <a:pt x="1684" y="513"/>
                    <a:pt x="1831" y="337"/>
                  </a:cubicBezTo>
                  <a:cubicBezTo>
                    <a:pt x="1977" y="132"/>
                    <a:pt x="2050" y="1"/>
                    <a:pt x="2036" y="1"/>
                  </a:cubicBezTo>
                  <a:cubicBezTo>
                    <a:pt x="2036" y="1"/>
                    <a:pt x="2035" y="0"/>
                    <a:pt x="2035"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60120" bIns="60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6" name="Google Shape;1905;p58"/>
            <p:cNvSpPr/>
            <p:nvPr/>
          </p:nvSpPr>
          <p:spPr>
            <a:xfrm>
              <a:off x="2963520" y="2720880"/>
              <a:ext cx="721080" cy="1808640"/>
            </a:xfrm>
            <a:custGeom>
              <a:avLst/>
              <a:gdLst>
                <a:gd name="textAreaLeft" fmla="*/ 0 w 721080"/>
                <a:gd name="textAreaRight" fmla="*/ 721440 w 721080"/>
                <a:gd name="textAreaTop" fmla="*/ 0 h 1808640"/>
                <a:gd name="textAreaBottom" fmla="*/ 1809000 h 1808640"/>
              </a:gdLst>
              <a:ahLst/>
              <a:cxnLst/>
              <a:rect l="textAreaLeft" t="textAreaTop" r="textAreaRight" b="textAreaBottom"/>
              <a:pathLst>
                <a:path w="8828" h="22136">
                  <a:moveTo>
                    <a:pt x="0" y="0"/>
                  </a:moveTo>
                  <a:lnTo>
                    <a:pt x="0" y="59"/>
                  </a:lnTo>
                  <a:cubicBezTo>
                    <a:pt x="0" y="118"/>
                    <a:pt x="0" y="176"/>
                    <a:pt x="15" y="249"/>
                  </a:cubicBezTo>
                  <a:cubicBezTo>
                    <a:pt x="59" y="410"/>
                    <a:pt x="88" y="645"/>
                    <a:pt x="132" y="937"/>
                  </a:cubicBezTo>
                  <a:cubicBezTo>
                    <a:pt x="147" y="1084"/>
                    <a:pt x="161" y="1245"/>
                    <a:pt x="205" y="1435"/>
                  </a:cubicBezTo>
                  <a:cubicBezTo>
                    <a:pt x="220" y="1611"/>
                    <a:pt x="278" y="1801"/>
                    <a:pt x="308" y="2021"/>
                  </a:cubicBezTo>
                  <a:cubicBezTo>
                    <a:pt x="410" y="2445"/>
                    <a:pt x="498" y="2914"/>
                    <a:pt x="630" y="3441"/>
                  </a:cubicBezTo>
                  <a:cubicBezTo>
                    <a:pt x="703" y="3704"/>
                    <a:pt x="761" y="3982"/>
                    <a:pt x="820" y="4275"/>
                  </a:cubicBezTo>
                  <a:cubicBezTo>
                    <a:pt x="893" y="4568"/>
                    <a:pt x="966" y="4861"/>
                    <a:pt x="1069" y="5168"/>
                  </a:cubicBezTo>
                  <a:cubicBezTo>
                    <a:pt x="1230" y="5783"/>
                    <a:pt x="1435" y="6442"/>
                    <a:pt x="1654" y="7130"/>
                  </a:cubicBezTo>
                  <a:cubicBezTo>
                    <a:pt x="2108" y="8477"/>
                    <a:pt x="2679" y="9955"/>
                    <a:pt x="3323" y="11478"/>
                  </a:cubicBezTo>
                  <a:cubicBezTo>
                    <a:pt x="4641" y="14523"/>
                    <a:pt x="6032" y="17173"/>
                    <a:pt x="7071" y="19076"/>
                  </a:cubicBezTo>
                  <a:cubicBezTo>
                    <a:pt x="7598" y="20027"/>
                    <a:pt x="8023" y="20774"/>
                    <a:pt x="8330" y="21301"/>
                  </a:cubicBezTo>
                  <a:cubicBezTo>
                    <a:pt x="8476" y="21564"/>
                    <a:pt x="8594" y="21769"/>
                    <a:pt x="8681" y="21916"/>
                  </a:cubicBezTo>
                  <a:cubicBezTo>
                    <a:pt x="8711" y="21989"/>
                    <a:pt x="8755" y="22033"/>
                    <a:pt x="8769" y="22077"/>
                  </a:cubicBezTo>
                  <a:cubicBezTo>
                    <a:pt x="8784" y="22106"/>
                    <a:pt x="8813" y="22135"/>
                    <a:pt x="8813" y="22135"/>
                  </a:cubicBezTo>
                  <a:cubicBezTo>
                    <a:pt x="8813" y="22135"/>
                    <a:pt x="8813" y="22106"/>
                    <a:pt x="8828" y="22077"/>
                  </a:cubicBezTo>
                  <a:cubicBezTo>
                    <a:pt x="8784" y="22033"/>
                    <a:pt x="8769" y="21989"/>
                    <a:pt x="8725" y="21916"/>
                  </a:cubicBezTo>
                  <a:cubicBezTo>
                    <a:pt x="8652" y="21784"/>
                    <a:pt x="8550" y="21564"/>
                    <a:pt x="8403" y="21301"/>
                  </a:cubicBezTo>
                  <a:cubicBezTo>
                    <a:pt x="8110" y="20774"/>
                    <a:pt x="7686" y="20013"/>
                    <a:pt x="7174" y="19061"/>
                  </a:cubicBezTo>
                  <a:cubicBezTo>
                    <a:pt x="6149" y="17129"/>
                    <a:pt x="4758" y="14479"/>
                    <a:pt x="3455" y="11449"/>
                  </a:cubicBezTo>
                  <a:cubicBezTo>
                    <a:pt x="2796" y="9926"/>
                    <a:pt x="2255" y="8447"/>
                    <a:pt x="1801" y="7086"/>
                  </a:cubicBezTo>
                  <a:cubicBezTo>
                    <a:pt x="1581" y="6413"/>
                    <a:pt x="1362" y="5768"/>
                    <a:pt x="1186" y="5154"/>
                  </a:cubicBezTo>
                  <a:cubicBezTo>
                    <a:pt x="1098" y="4861"/>
                    <a:pt x="1010" y="4568"/>
                    <a:pt x="937" y="4275"/>
                  </a:cubicBezTo>
                  <a:cubicBezTo>
                    <a:pt x="864" y="3982"/>
                    <a:pt x="805" y="3704"/>
                    <a:pt x="732" y="3441"/>
                  </a:cubicBezTo>
                  <a:cubicBezTo>
                    <a:pt x="586" y="2914"/>
                    <a:pt x="498" y="2445"/>
                    <a:pt x="410" y="2021"/>
                  </a:cubicBezTo>
                  <a:cubicBezTo>
                    <a:pt x="352" y="1816"/>
                    <a:pt x="322" y="1611"/>
                    <a:pt x="278" y="1435"/>
                  </a:cubicBezTo>
                  <a:cubicBezTo>
                    <a:pt x="234" y="1245"/>
                    <a:pt x="205" y="1084"/>
                    <a:pt x="190" y="937"/>
                  </a:cubicBezTo>
                  <a:cubicBezTo>
                    <a:pt x="132" y="630"/>
                    <a:pt x="88" y="410"/>
                    <a:pt x="59" y="249"/>
                  </a:cubicBezTo>
                  <a:cubicBezTo>
                    <a:pt x="44" y="176"/>
                    <a:pt x="15" y="103"/>
                    <a:pt x="15" y="59"/>
                  </a:cubicBezTo>
                  <a:cubicBezTo>
                    <a:pt x="0" y="30"/>
                    <a:pt x="0" y="0"/>
                    <a:pt x="0"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7" name="Google Shape;1906;p58"/>
            <p:cNvSpPr/>
            <p:nvPr/>
          </p:nvSpPr>
          <p:spPr>
            <a:xfrm>
              <a:off x="2452680" y="1660680"/>
              <a:ext cx="477000" cy="1373040"/>
            </a:xfrm>
            <a:custGeom>
              <a:avLst/>
              <a:gdLst>
                <a:gd name="textAreaLeft" fmla="*/ 0 w 477000"/>
                <a:gd name="textAreaRight" fmla="*/ 477360 w 477000"/>
                <a:gd name="textAreaTop" fmla="*/ 0 h 1373040"/>
                <a:gd name="textAreaBottom" fmla="*/ 1373400 h 1373040"/>
              </a:gdLst>
              <a:ahLst/>
              <a:cxnLst/>
              <a:rect l="textAreaLeft" t="textAreaTop" r="textAreaRight" b="textAreaBottom"/>
              <a:pathLst>
                <a:path w="5842" h="16808">
                  <a:moveTo>
                    <a:pt x="3250" y="1"/>
                  </a:moveTo>
                  <a:cubicBezTo>
                    <a:pt x="3250" y="1"/>
                    <a:pt x="1581" y="4773"/>
                    <a:pt x="966" y="7599"/>
                  </a:cubicBezTo>
                  <a:cubicBezTo>
                    <a:pt x="234" y="10863"/>
                    <a:pt x="0" y="15343"/>
                    <a:pt x="0" y="15343"/>
                  </a:cubicBezTo>
                  <a:lnTo>
                    <a:pt x="2518" y="16807"/>
                  </a:lnTo>
                  <a:cubicBezTo>
                    <a:pt x="2518" y="16807"/>
                    <a:pt x="3616" y="9634"/>
                    <a:pt x="3894" y="8638"/>
                  </a:cubicBezTo>
                  <a:cubicBezTo>
                    <a:pt x="4114" y="7833"/>
                    <a:pt x="4773" y="5622"/>
                    <a:pt x="5344" y="3749"/>
                  </a:cubicBezTo>
                  <a:cubicBezTo>
                    <a:pt x="5841" y="2138"/>
                    <a:pt x="4875" y="440"/>
                    <a:pt x="325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8" name="Google Shape;1907;p58"/>
            <p:cNvSpPr/>
            <p:nvPr/>
          </p:nvSpPr>
          <p:spPr>
            <a:xfrm>
              <a:off x="2706120" y="1656720"/>
              <a:ext cx="174600" cy="668880"/>
            </a:xfrm>
            <a:custGeom>
              <a:avLst/>
              <a:gdLst>
                <a:gd name="textAreaLeft" fmla="*/ 0 w 174600"/>
                <a:gd name="textAreaRight" fmla="*/ 174960 w 174600"/>
                <a:gd name="textAreaTop" fmla="*/ 0 h 668880"/>
                <a:gd name="textAreaBottom" fmla="*/ 669240 h 668880"/>
              </a:gdLst>
              <a:ahLst/>
              <a:cxnLst/>
              <a:rect l="textAreaLeft" t="textAreaTop" r="textAreaRight" b="textAreaBottom"/>
              <a:pathLst>
                <a:path w="2139" h="8189">
                  <a:moveTo>
                    <a:pt x="586" y="0"/>
                  </a:moveTo>
                  <a:cubicBezTo>
                    <a:pt x="504" y="0"/>
                    <a:pt x="429" y="8"/>
                    <a:pt x="367" y="20"/>
                  </a:cubicBezTo>
                  <a:cubicBezTo>
                    <a:pt x="132" y="49"/>
                    <a:pt x="1" y="122"/>
                    <a:pt x="1" y="122"/>
                  </a:cubicBezTo>
                  <a:cubicBezTo>
                    <a:pt x="1" y="123"/>
                    <a:pt x="2" y="124"/>
                    <a:pt x="4" y="124"/>
                  </a:cubicBezTo>
                  <a:cubicBezTo>
                    <a:pt x="25" y="124"/>
                    <a:pt x="154" y="62"/>
                    <a:pt x="367" y="49"/>
                  </a:cubicBezTo>
                  <a:cubicBezTo>
                    <a:pt x="405" y="46"/>
                    <a:pt x="447" y="45"/>
                    <a:pt x="493" y="45"/>
                  </a:cubicBezTo>
                  <a:cubicBezTo>
                    <a:pt x="729" y="45"/>
                    <a:pt x="1056" y="87"/>
                    <a:pt x="1362" y="283"/>
                  </a:cubicBezTo>
                  <a:cubicBezTo>
                    <a:pt x="1538" y="400"/>
                    <a:pt x="1728" y="561"/>
                    <a:pt x="1845" y="781"/>
                  </a:cubicBezTo>
                  <a:cubicBezTo>
                    <a:pt x="1977" y="1000"/>
                    <a:pt x="2050" y="1264"/>
                    <a:pt x="2050" y="1557"/>
                  </a:cubicBezTo>
                  <a:cubicBezTo>
                    <a:pt x="2050" y="1850"/>
                    <a:pt x="1992" y="2142"/>
                    <a:pt x="1948" y="2450"/>
                  </a:cubicBezTo>
                  <a:cubicBezTo>
                    <a:pt x="1889" y="2757"/>
                    <a:pt x="1831" y="3094"/>
                    <a:pt x="1757" y="3416"/>
                  </a:cubicBezTo>
                  <a:cubicBezTo>
                    <a:pt x="1523" y="4734"/>
                    <a:pt x="1289" y="5919"/>
                    <a:pt x="1113" y="6798"/>
                  </a:cubicBezTo>
                  <a:cubicBezTo>
                    <a:pt x="1040" y="7222"/>
                    <a:pt x="996" y="7574"/>
                    <a:pt x="938" y="7822"/>
                  </a:cubicBezTo>
                  <a:cubicBezTo>
                    <a:pt x="908" y="7940"/>
                    <a:pt x="908" y="8027"/>
                    <a:pt x="879" y="8101"/>
                  </a:cubicBezTo>
                  <a:cubicBezTo>
                    <a:pt x="864" y="8159"/>
                    <a:pt x="864" y="8188"/>
                    <a:pt x="864" y="8188"/>
                  </a:cubicBezTo>
                  <a:cubicBezTo>
                    <a:pt x="864" y="8188"/>
                    <a:pt x="864" y="8174"/>
                    <a:pt x="894" y="8115"/>
                  </a:cubicBezTo>
                  <a:cubicBezTo>
                    <a:pt x="894" y="8042"/>
                    <a:pt x="938" y="7954"/>
                    <a:pt x="952" y="7852"/>
                  </a:cubicBezTo>
                  <a:cubicBezTo>
                    <a:pt x="1011" y="7588"/>
                    <a:pt x="1084" y="7237"/>
                    <a:pt x="1172" y="6827"/>
                  </a:cubicBezTo>
                  <a:cubicBezTo>
                    <a:pt x="1362" y="5949"/>
                    <a:pt x="1596" y="4748"/>
                    <a:pt x="1845" y="3431"/>
                  </a:cubicBezTo>
                  <a:cubicBezTo>
                    <a:pt x="1904" y="3109"/>
                    <a:pt x="1977" y="2772"/>
                    <a:pt x="2036" y="2464"/>
                  </a:cubicBezTo>
                  <a:cubicBezTo>
                    <a:pt x="2094" y="2157"/>
                    <a:pt x="2138" y="1850"/>
                    <a:pt x="2138" y="1557"/>
                  </a:cubicBezTo>
                  <a:cubicBezTo>
                    <a:pt x="2138" y="1264"/>
                    <a:pt x="2065" y="971"/>
                    <a:pt x="1918" y="752"/>
                  </a:cubicBezTo>
                  <a:cubicBezTo>
                    <a:pt x="1772" y="503"/>
                    <a:pt x="1596" y="342"/>
                    <a:pt x="1391" y="239"/>
                  </a:cubicBezTo>
                  <a:cubicBezTo>
                    <a:pt x="1102" y="57"/>
                    <a:pt x="812" y="0"/>
                    <a:pt x="586"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9" name="Google Shape;1908;p58"/>
            <p:cNvSpPr/>
            <p:nvPr/>
          </p:nvSpPr>
          <p:spPr>
            <a:xfrm>
              <a:off x="2860560" y="2370240"/>
              <a:ext cx="191160" cy="8280"/>
            </a:xfrm>
            <a:custGeom>
              <a:avLst/>
              <a:gdLst>
                <a:gd name="textAreaLeft" fmla="*/ 0 w 191160"/>
                <a:gd name="textAreaRight" fmla="*/ 191520 w 191160"/>
                <a:gd name="textAreaTop" fmla="*/ 0 h 8280"/>
                <a:gd name="textAreaBottom" fmla="*/ 8640 h 8280"/>
              </a:gdLst>
              <a:ahLst/>
              <a:cxnLst/>
              <a:rect l="textAreaLeft" t="textAreaTop" r="textAreaRight" b="textAreaBottom"/>
              <a:pathLst>
                <a:path w="2343" h="107">
                  <a:moveTo>
                    <a:pt x="1731" y="0"/>
                  </a:moveTo>
                  <a:cubicBezTo>
                    <a:pt x="1566" y="0"/>
                    <a:pt x="1376" y="4"/>
                    <a:pt x="1171" y="13"/>
                  </a:cubicBezTo>
                  <a:cubicBezTo>
                    <a:pt x="527" y="27"/>
                    <a:pt x="0" y="71"/>
                    <a:pt x="0" y="86"/>
                  </a:cubicBezTo>
                  <a:cubicBezTo>
                    <a:pt x="0" y="96"/>
                    <a:pt x="264" y="107"/>
                    <a:pt x="646" y="107"/>
                  </a:cubicBezTo>
                  <a:cubicBezTo>
                    <a:pt x="804" y="107"/>
                    <a:pt x="983" y="105"/>
                    <a:pt x="1171" y="101"/>
                  </a:cubicBezTo>
                  <a:cubicBezTo>
                    <a:pt x="1815" y="86"/>
                    <a:pt x="2342" y="42"/>
                    <a:pt x="2342" y="27"/>
                  </a:cubicBezTo>
                  <a:cubicBezTo>
                    <a:pt x="2342" y="17"/>
                    <a:pt x="2099" y="0"/>
                    <a:pt x="1731" y="0"/>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0" name="Google Shape;1909;p58"/>
            <p:cNvSpPr/>
            <p:nvPr/>
          </p:nvSpPr>
          <p:spPr>
            <a:xfrm>
              <a:off x="3464640" y="2019600"/>
              <a:ext cx="51120" cy="165960"/>
            </a:xfrm>
            <a:custGeom>
              <a:avLst/>
              <a:gdLst>
                <a:gd name="textAreaLeft" fmla="*/ 0 w 51120"/>
                <a:gd name="textAreaRight" fmla="*/ 51480 w 51120"/>
                <a:gd name="textAreaTop" fmla="*/ 0 h 165960"/>
                <a:gd name="textAreaBottom" fmla="*/ 166320 h 165960"/>
              </a:gdLst>
              <a:ahLst/>
              <a:cxnLst/>
              <a:rect l="textAreaLeft" t="textAreaTop" r="textAreaRight" b="textAreaBottom"/>
              <a:pathLst>
                <a:path w="630" h="2036">
                  <a:moveTo>
                    <a:pt x="600" y="1"/>
                  </a:moveTo>
                  <a:cubicBezTo>
                    <a:pt x="586" y="1"/>
                    <a:pt x="293" y="381"/>
                    <a:pt x="146" y="967"/>
                  </a:cubicBezTo>
                  <a:cubicBezTo>
                    <a:pt x="0" y="1553"/>
                    <a:pt x="73" y="2036"/>
                    <a:pt x="88" y="2036"/>
                  </a:cubicBezTo>
                  <a:cubicBezTo>
                    <a:pt x="132" y="2036"/>
                    <a:pt x="117" y="1553"/>
                    <a:pt x="234" y="996"/>
                  </a:cubicBezTo>
                  <a:cubicBezTo>
                    <a:pt x="381" y="425"/>
                    <a:pt x="630" y="15"/>
                    <a:pt x="600" y="1"/>
                  </a:cubicBezTo>
                  <a:close/>
                </a:path>
              </a:pathLst>
            </a:custGeom>
            <a:solidFill>
              <a:srgbClr val="151F29">
                <a:alpha val="21000"/>
              </a:srgbClr>
            </a:solidFill>
            <a:ln w="0">
              <a:noFill/>
            </a:ln>
          </p:spPr>
          <p:style>
            <a:lnRef idx="0">
              <a:scrgbClr r="0" g="0" b="0"/>
            </a:lnRef>
            <a:fillRef idx="0">
              <a:scrgbClr r="0" g="0" b="0"/>
            </a:fillRef>
            <a:effectRef idx="0">
              <a:scrgbClr r="0" g="0" b="0"/>
            </a:effectRef>
            <a:fontRef idx="minor"/>
          </p:style>
          <p:txBody>
            <a:bodyPr tIns="83160" bIns="83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1" name="Google Shape;1910;p58"/>
            <p:cNvSpPr/>
            <p:nvPr/>
          </p:nvSpPr>
          <p:spPr>
            <a:xfrm>
              <a:off x="2842560" y="1038240"/>
              <a:ext cx="312120" cy="176760"/>
            </a:xfrm>
            <a:custGeom>
              <a:avLst/>
              <a:gdLst>
                <a:gd name="textAreaLeft" fmla="*/ 0 w 312120"/>
                <a:gd name="textAreaRight" fmla="*/ 312480 w 312120"/>
                <a:gd name="textAreaTop" fmla="*/ 0 h 176760"/>
                <a:gd name="textAreaBottom" fmla="*/ 177120 h 176760"/>
              </a:gdLst>
              <a:ahLst/>
              <a:cxnLst/>
              <a:rect l="textAreaLeft" t="textAreaTop" r="textAreaRight" b="textAreaBottom"/>
              <a:pathLst>
                <a:path w="3822" h="2168">
                  <a:moveTo>
                    <a:pt x="2367" y="0"/>
                  </a:moveTo>
                  <a:cubicBezTo>
                    <a:pt x="1721" y="0"/>
                    <a:pt x="1072" y="72"/>
                    <a:pt x="440" y="227"/>
                  </a:cubicBezTo>
                  <a:cubicBezTo>
                    <a:pt x="308" y="256"/>
                    <a:pt x="206" y="285"/>
                    <a:pt x="103" y="373"/>
                  </a:cubicBezTo>
                  <a:cubicBezTo>
                    <a:pt x="16" y="460"/>
                    <a:pt x="1" y="604"/>
                    <a:pt x="85" y="692"/>
                  </a:cubicBezTo>
                  <a:lnTo>
                    <a:pt x="85" y="692"/>
                  </a:lnTo>
                  <a:cubicBezTo>
                    <a:pt x="169" y="965"/>
                    <a:pt x="393" y="1172"/>
                    <a:pt x="630" y="1340"/>
                  </a:cubicBezTo>
                  <a:cubicBezTo>
                    <a:pt x="747" y="1457"/>
                    <a:pt x="879" y="1544"/>
                    <a:pt x="1040" y="1588"/>
                  </a:cubicBezTo>
                  <a:cubicBezTo>
                    <a:pt x="1084" y="1596"/>
                    <a:pt x="1130" y="1601"/>
                    <a:pt x="1176" y="1601"/>
                  </a:cubicBezTo>
                  <a:cubicBezTo>
                    <a:pt x="1299" y="1601"/>
                    <a:pt x="1423" y="1567"/>
                    <a:pt x="1508" y="1471"/>
                  </a:cubicBezTo>
                  <a:cubicBezTo>
                    <a:pt x="1584" y="1385"/>
                    <a:pt x="1604" y="1250"/>
                    <a:pt x="1556" y="1144"/>
                  </a:cubicBezTo>
                  <a:lnTo>
                    <a:pt x="1556" y="1144"/>
                  </a:lnTo>
                  <a:cubicBezTo>
                    <a:pt x="1765" y="1397"/>
                    <a:pt x="2031" y="1619"/>
                    <a:pt x="2343" y="1749"/>
                  </a:cubicBezTo>
                  <a:cubicBezTo>
                    <a:pt x="2436" y="1796"/>
                    <a:pt x="2534" y="1824"/>
                    <a:pt x="2631" y="1824"/>
                  </a:cubicBezTo>
                  <a:cubicBezTo>
                    <a:pt x="2687" y="1824"/>
                    <a:pt x="2743" y="1815"/>
                    <a:pt x="2797" y="1793"/>
                  </a:cubicBezTo>
                  <a:cubicBezTo>
                    <a:pt x="2897" y="1763"/>
                    <a:pt x="2983" y="1658"/>
                    <a:pt x="2990" y="1553"/>
                  </a:cubicBezTo>
                  <a:lnTo>
                    <a:pt x="2990" y="1553"/>
                  </a:lnTo>
                  <a:cubicBezTo>
                    <a:pt x="3072" y="1755"/>
                    <a:pt x="3200" y="1928"/>
                    <a:pt x="3368" y="2071"/>
                  </a:cubicBezTo>
                  <a:cubicBezTo>
                    <a:pt x="3415" y="2119"/>
                    <a:pt x="3483" y="2167"/>
                    <a:pt x="3546" y="2167"/>
                  </a:cubicBezTo>
                  <a:cubicBezTo>
                    <a:pt x="3560" y="2167"/>
                    <a:pt x="3574" y="2165"/>
                    <a:pt x="3587" y="2159"/>
                  </a:cubicBezTo>
                  <a:cubicBezTo>
                    <a:pt x="3704" y="2145"/>
                    <a:pt x="3734" y="1984"/>
                    <a:pt x="3748" y="1867"/>
                  </a:cubicBezTo>
                  <a:lnTo>
                    <a:pt x="3807" y="944"/>
                  </a:lnTo>
                  <a:cubicBezTo>
                    <a:pt x="3821" y="725"/>
                    <a:pt x="3821" y="505"/>
                    <a:pt x="3690" y="315"/>
                  </a:cubicBezTo>
                  <a:cubicBezTo>
                    <a:pt x="3543" y="95"/>
                    <a:pt x="3236" y="37"/>
                    <a:pt x="2987" y="22"/>
                  </a:cubicBezTo>
                  <a:cubicBezTo>
                    <a:pt x="2781" y="8"/>
                    <a:pt x="2574" y="0"/>
                    <a:pt x="2367"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88560" bIns="88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2" name="Google Shape;1911;p58"/>
            <p:cNvSpPr/>
            <p:nvPr/>
          </p:nvSpPr>
          <p:spPr>
            <a:xfrm rot="19645200">
              <a:off x="3826800" y="1252080"/>
              <a:ext cx="203040" cy="203040"/>
            </a:xfrm>
            <a:custGeom>
              <a:avLst/>
              <a:gdLst>
                <a:gd name="textAreaLeft" fmla="*/ 0 w 203040"/>
                <a:gd name="textAreaRight" fmla="*/ 203400 w 203040"/>
                <a:gd name="textAreaTop" fmla="*/ 0 h 203040"/>
                <a:gd name="textAreaBottom" fmla="*/ 203400 h 203040"/>
              </a:gdLst>
              <a:ahLst/>
              <a:cxnLst/>
              <a:rect l="textAreaLeft" t="textAreaTop" r="textAreaRight" b="textAreaBottom"/>
              <a:pathLst>
                <a:path w="2489" h="2490">
                  <a:moveTo>
                    <a:pt x="1271" y="1"/>
                  </a:moveTo>
                  <a:cubicBezTo>
                    <a:pt x="1262" y="1"/>
                    <a:pt x="1253" y="1"/>
                    <a:pt x="1244" y="1"/>
                  </a:cubicBezTo>
                  <a:cubicBezTo>
                    <a:pt x="571" y="1"/>
                    <a:pt x="0" y="572"/>
                    <a:pt x="0" y="1246"/>
                  </a:cubicBezTo>
                  <a:cubicBezTo>
                    <a:pt x="0" y="1919"/>
                    <a:pt x="556" y="2490"/>
                    <a:pt x="1244" y="2490"/>
                  </a:cubicBezTo>
                  <a:cubicBezTo>
                    <a:pt x="1933" y="2490"/>
                    <a:pt x="2489" y="1948"/>
                    <a:pt x="2489" y="1246"/>
                  </a:cubicBezTo>
                  <a:cubicBezTo>
                    <a:pt x="2489" y="552"/>
                    <a:pt x="1947" y="1"/>
                    <a:pt x="1271" y="1"/>
                  </a:cubicBezTo>
                  <a:close/>
                </a:path>
              </a:pathLst>
            </a:custGeom>
            <a:solidFill>
              <a:schemeClr val="lt2"/>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3" name="Google Shape;1912;p58"/>
            <p:cNvSpPr/>
            <p:nvPr/>
          </p:nvSpPr>
          <p:spPr>
            <a:xfrm rot="19645200">
              <a:off x="3936240" y="1299960"/>
              <a:ext cx="118080" cy="119880"/>
            </a:xfrm>
            <a:custGeom>
              <a:avLst/>
              <a:gdLst>
                <a:gd name="textAreaLeft" fmla="*/ 0 w 118080"/>
                <a:gd name="textAreaRight" fmla="*/ 118440 w 118080"/>
                <a:gd name="textAreaTop" fmla="*/ 0 h 119880"/>
                <a:gd name="textAreaBottom" fmla="*/ 120240 h 119880"/>
              </a:gdLst>
              <a:ahLst/>
              <a:cxnLst/>
              <a:rect l="textAreaLeft" t="textAreaTop" r="textAreaRight" b="textAreaBottom"/>
              <a:pathLst>
                <a:path w="1450" h="1472">
                  <a:moveTo>
                    <a:pt x="1343" y="1"/>
                  </a:moveTo>
                  <a:cubicBezTo>
                    <a:pt x="1099" y="1"/>
                    <a:pt x="0" y="140"/>
                    <a:pt x="0" y="140"/>
                  </a:cubicBezTo>
                  <a:lnTo>
                    <a:pt x="586" y="1472"/>
                  </a:lnTo>
                  <a:cubicBezTo>
                    <a:pt x="586" y="1472"/>
                    <a:pt x="1450" y="1267"/>
                    <a:pt x="1391" y="8"/>
                  </a:cubicBezTo>
                  <a:cubicBezTo>
                    <a:pt x="1391" y="3"/>
                    <a:pt x="1374" y="1"/>
                    <a:pt x="1343" y="1"/>
                  </a:cubicBezTo>
                  <a:close/>
                </a:path>
              </a:pathLst>
            </a:custGeom>
            <a:solidFill>
              <a:schemeClr val="lt2"/>
            </a:solidFill>
            <a:ln w="9525">
              <a:solidFill>
                <a:srgbClr val="FFFFFF"/>
              </a:solidFill>
              <a:round/>
            </a:ln>
          </p:spPr>
          <p:style>
            <a:lnRef idx="0">
              <a:scrgbClr r="0" g="0" b="0"/>
            </a:lnRef>
            <a:fillRef idx="0">
              <a:scrgbClr r="0" g="0" b="0"/>
            </a:fillRef>
            <a:effectRef idx="0">
              <a:scrgbClr r="0" g="0" b="0"/>
            </a:effectRef>
            <a:fontRef idx="minor"/>
          </p:style>
          <p:txBody>
            <a:bodyPr tIns="60120" bIns="60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pic>
        <p:nvPicPr>
          <p:cNvPr id="2" name="Picture 1">
            <a:extLst>
              <a:ext uri="{FF2B5EF4-FFF2-40B4-BE49-F238E27FC236}">
                <a16:creationId xmlns:a16="http://schemas.microsoft.com/office/drawing/2014/main" id="{DB273C09-3EE4-0B40-6D89-2A7271DB44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52297" y="4137065"/>
            <a:ext cx="1380800" cy="820057"/>
          </a:xfrm>
          <a:prstGeom prst="rect">
            <a:avLst/>
          </a:prstGeom>
        </p:spPr>
      </p:pic>
    </p:spTree>
  </p:cSld>
  <p:clrMapOvr>
    <a:masterClrMapping/>
  </p:clrMapOvr>
</p:sld>
</file>

<file path=ppt/theme/theme1.xml><?xml version="1.0" encoding="utf-8"?>
<a:theme xmlns:a="http://schemas.openxmlformats.org/drawingml/2006/main" name="Office Theme">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152</TotalTime>
  <Words>532</Words>
  <Application>Microsoft Office PowerPoint</Application>
  <PresentationFormat>On-screen Show (16:9)</PresentationFormat>
  <Paragraphs>55</Paragraphs>
  <Slides>14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Archivo Black</vt:lpstr>
      <vt:lpstr>Arial</vt:lpstr>
      <vt:lpstr>Calibri</vt:lpstr>
      <vt:lpstr>Calibri Light</vt:lpstr>
      <vt:lpstr>Inter</vt:lpstr>
      <vt:lpstr>Karla</vt:lpstr>
      <vt:lpstr>OpenSymbol</vt:lpstr>
      <vt:lpstr>Poppins</vt:lpstr>
      <vt:lpstr>Symbol</vt:lpstr>
      <vt:lpstr>Wingdings</vt:lpstr>
      <vt:lpstr>Office Theme</vt:lpstr>
      <vt:lpstr>Sales &amp; Customer Performance Analysis </vt:lpstr>
      <vt:lpstr>Objective of This Analysis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Targeted Recommendations</vt:lpstr>
      <vt:lpstr>Conclusions</vt:lpstr>
      <vt:lpstr>Thanks!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Kavita Bijarniya</cp:lastModifiedBy>
  <cp:revision>2</cp:revision>
  <dcterms:modified xsi:type="dcterms:W3CDTF">2026-02-18T05:28:28Z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2026-02-17T15:37:03Z</dcterms:created>
  <dc:creator>Unknown Creator</dc:creator>
  <dc:description/>
  <dc:language>en-US</dc:language>
  <cp:lastModifiedBy>Unknown Creator</cp:lastModifiedBy>
  <dcterms:modified xsi:type="dcterms:W3CDTF">2026-02-17T15:37:03Z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